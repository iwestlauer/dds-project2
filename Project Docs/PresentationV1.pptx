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B_D83D0607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7" r:id="rId6"/>
    <p:sldId id="260" r:id="rId7"/>
    <p:sldId id="268" r:id="rId8"/>
    <p:sldId id="269" r:id="rId9"/>
    <p:sldId id="270" r:id="rId10"/>
    <p:sldId id="261" r:id="rId11"/>
    <p:sldId id="262" r:id="rId12"/>
    <p:sldId id="263" r:id="rId13"/>
    <p:sldId id="271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69AAEA-0C17-E85E-9E5C-BDF103642039}" name="Westlauer, Isabella" initials="IW" userId="S::iwestlauer@smu.edu::bb18fa9b-6a8b-4378-9cf7-3d16afb4bbc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0FF4BF-8746-4BD6-B554-59A32BD18498}" v="9" dt="2026-04-15T02:53:04.3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6" d="100"/>
          <a:sy n="126" d="100"/>
        </p:scale>
        <p:origin x="30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stlauer, Isabella" userId="bb18fa9b-6a8b-4378-9cf7-3d16afb4bbc0" providerId="ADAL" clId="{2BC41745-1DD1-4AE5-A59A-00E0B0A0A5CA}"/>
    <pc:docChg chg="undo custSel addSld modSld sldOrd">
      <pc:chgData name="Westlauer, Isabella" userId="bb18fa9b-6a8b-4378-9cf7-3d16afb4bbc0" providerId="ADAL" clId="{2BC41745-1DD1-4AE5-A59A-00E0B0A0A5CA}" dt="2026-04-15T02:59:41.913" v="2100" actId="20577"/>
      <pc:docMkLst>
        <pc:docMk/>
      </pc:docMkLst>
      <pc:sldChg chg="modSp mod">
        <pc:chgData name="Westlauer, Isabella" userId="bb18fa9b-6a8b-4378-9cf7-3d16afb4bbc0" providerId="ADAL" clId="{2BC41745-1DD1-4AE5-A59A-00E0B0A0A5CA}" dt="2026-04-15T01:31:51.535" v="19" actId="20577"/>
        <pc:sldMkLst>
          <pc:docMk/>
          <pc:sldMk cId="0" sldId="258"/>
        </pc:sldMkLst>
        <pc:spChg chg="mod">
          <ac:chgData name="Westlauer, Isabella" userId="bb18fa9b-6a8b-4378-9cf7-3d16afb4bbc0" providerId="ADAL" clId="{2BC41745-1DD1-4AE5-A59A-00E0B0A0A5CA}" dt="2026-04-15T01:30:43.997" v="12" actId="2057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1:31:51.535" v="19" actId="20577"/>
          <ac:spMkLst>
            <pc:docMk/>
            <pc:sldMk cId="0" sldId="258"/>
            <ac:spMk id="12" creationId="{00000000-0000-0000-0000-000000000000}"/>
          </ac:spMkLst>
        </pc:spChg>
      </pc:sldChg>
      <pc:sldChg chg="addSp delSp modSp mod ord">
        <pc:chgData name="Westlauer, Isabella" userId="bb18fa9b-6a8b-4378-9cf7-3d16afb4bbc0" providerId="ADAL" clId="{2BC41745-1DD1-4AE5-A59A-00E0B0A0A5CA}" dt="2026-04-15T02:22:59.664" v="867" actId="1076"/>
        <pc:sldMkLst>
          <pc:docMk/>
          <pc:sldMk cId="0" sldId="260"/>
        </pc:sldMkLst>
        <pc:spChg chg="mod">
          <ac:chgData name="Westlauer, Isabella" userId="bb18fa9b-6a8b-4378-9cf7-3d16afb4bbc0" providerId="ADAL" clId="{2BC41745-1DD1-4AE5-A59A-00E0B0A0A5CA}" dt="2026-04-15T01:40:56.357" v="67" actId="20577"/>
          <ac:spMkLst>
            <pc:docMk/>
            <pc:sldMk cId="0" sldId="260"/>
            <ac:spMk id="3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21:59.508" v="858" actId="1038"/>
          <ac:spMkLst>
            <pc:docMk/>
            <pc:sldMk cId="0" sldId="260"/>
            <ac:spMk id="5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21:59.508" v="858" actId="1038"/>
          <ac:spMkLst>
            <pc:docMk/>
            <pc:sldMk cId="0" sldId="260"/>
            <ac:spMk id="6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21:59.508" v="858" actId="1038"/>
          <ac:spMkLst>
            <pc:docMk/>
            <pc:sldMk cId="0" sldId="260"/>
            <ac:spMk id="7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21:59.508" v="858" actId="1038"/>
          <ac:spMkLst>
            <pc:docMk/>
            <pc:sldMk cId="0" sldId="260"/>
            <ac:spMk id="8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21:59.508" v="858" actId="1038"/>
          <ac:spMkLst>
            <pc:docMk/>
            <pc:sldMk cId="0" sldId="260"/>
            <ac:spMk id="9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21:59.508" v="858" actId="1038"/>
          <ac:spMkLst>
            <pc:docMk/>
            <pc:sldMk cId="0" sldId="260"/>
            <ac:spMk id="10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21:59.508" v="858" actId="1038"/>
          <ac:spMkLst>
            <pc:docMk/>
            <pc:sldMk cId="0" sldId="260"/>
            <ac:spMk id="11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21:59.508" v="858" actId="1038"/>
          <ac:spMkLst>
            <pc:docMk/>
            <pc:sldMk cId="0" sldId="260"/>
            <ac:spMk id="12" creationId="{00000000-0000-0000-0000-000000000000}"/>
          </ac:spMkLst>
        </pc:spChg>
        <pc:spChg chg="del mod">
          <ac:chgData name="Westlauer, Isabella" userId="bb18fa9b-6a8b-4378-9cf7-3d16afb4bbc0" providerId="ADAL" clId="{2BC41745-1DD1-4AE5-A59A-00E0B0A0A5CA}" dt="2026-04-15T02:21:44.583" v="819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Westlauer, Isabella" userId="bb18fa9b-6a8b-4378-9cf7-3d16afb4bbc0" providerId="ADAL" clId="{2BC41745-1DD1-4AE5-A59A-00E0B0A0A5CA}" dt="2026-04-15T02:21:44.583" v="819" actId="478"/>
          <ac:spMkLst>
            <pc:docMk/>
            <pc:sldMk cId="0" sldId="260"/>
            <ac:spMk id="14" creationId="{00000000-0000-0000-0000-000000000000}"/>
          </ac:spMkLst>
        </pc:spChg>
        <pc:spChg chg="del">
          <ac:chgData name="Westlauer, Isabella" userId="bb18fa9b-6a8b-4378-9cf7-3d16afb4bbc0" providerId="ADAL" clId="{2BC41745-1DD1-4AE5-A59A-00E0B0A0A5CA}" dt="2026-04-15T02:21:48.868" v="820" actId="478"/>
          <ac:spMkLst>
            <pc:docMk/>
            <pc:sldMk cId="0" sldId="260"/>
            <ac:spMk id="15" creationId="{00000000-0000-0000-0000-000000000000}"/>
          </ac:spMkLst>
        </pc:spChg>
        <pc:spChg chg="del mod">
          <ac:chgData name="Westlauer, Isabella" userId="bb18fa9b-6a8b-4378-9cf7-3d16afb4bbc0" providerId="ADAL" clId="{2BC41745-1DD1-4AE5-A59A-00E0B0A0A5CA}" dt="2026-04-15T02:21:44.583" v="819" actId="478"/>
          <ac:spMkLst>
            <pc:docMk/>
            <pc:sldMk cId="0" sldId="260"/>
            <ac:spMk id="16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1:33:02.161" v="22" actId="14100"/>
          <ac:spMkLst>
            <pc:docMk/>
            <pc:sldMk cId="0" sldId="260"/>
            <ac:spMk id="17" creationId="{00000000-0000-0000-0000-000000000000}"/>
          </ac:spMkLst>
        </pc:spChg>
        <pc:picChg chg="add mod">
          <ac:chgData name="Westlauer, Isabella" userId="bb18fa9b-6a8b-4378-9cf7-3d16afb4bbc0" providerId="ADAL" clId="{2BC41745-1DD1-4AE5-A59A-00E0B0A0A5CA}" dt="2026-04-15T02:22:59.664" v="867" actId="1076"/>
          <ac:picMkLst>
            <pc:docMk/>
            <pc:sldMk cId="0" sldId="260"/>
            <ac:picMk id="20" creationId="{34411311-059B-1C06-A75B-BF65DB020B39}"/>
          </ac:picMkLst>
        </pc:picChg>
        <pc:picChg chg="add del mod">
          <ac:chgData name="Westlauer, Isabella" userId="bb18fa9b-6a8b-4378-9cf7-3d16afb4bbc0" providerId="ADAL" clId="{2BC41745-1DD1-4AE5-A59A-00E0B0A0A5CA}" dt="2026-04-15T02:22:38.131" v="861" actId="478"/>
          <ac:picMkLst>
            <pc:docMk/>
            <pc:sldMk cId="0" sldId="260"/>
            <ac:picMk id="21" creationId="{42AC9B90-63F6-DEC4-5570-AA03B6E95F74}"/>
          </ac:picMkLst>
        </pc:picChg>
        <pc:picChg chg="add del mod">
          <ac:chgData name="Westlauer, Isabella" userId="bb18fa9b-6a8b-4378-9cf7-3d16afb4bbc0" providerId="ADAL" clId="{2BC41745-1DD1-4AE5-A59A-00E0B0A0A5CA}" dt="2026-04-15T02:22:39.866" v="862" actId="478"/>
          <ac:picMkLst>
            <pc:docMk/>
            <pc:sldMk cId="0" sldId="260"/>
            <ac:picMk id="23" creationId="{B91FA8E6-5F54-E410-3ADE-FBE4E1E042DA}"/>
          </ac:picMkLst>
        </pc:picChg>
        <pc:picChg chg="del mod">
          <ac:chgData name="Westlauer, Isabella" userId="bb18fa9b-6a8b-4378-9cf7-3d16afb4bbc0" providerId="ADAL" clId="{2BC41745-1DD1-4AE5-A59A-00E0B0A0A5CA}" dt="2026-04-15T01:50:50.161" v="430" actId="478"/>
          <ac:picMkLst>
            <pc:docMk/>
            <pc:sldMk cId="0" sldId="260"/>
            <ac:picMk id="27" creationId="{5301AE63-CC49-6D45-9580-89AD22F9C160}"/>
          </ac:picMkLst>
        </pc:picChg>
        <pc:picChg chg="del mod">
          <ac:chgData name="Westlauer, Isabella" userId="bb18fa9b-6a8b-4378-9cf7-3d16afb4bbc0" providerId="ADAL" clId="{2BC41745-1DD1-4AE5-A59A-00E0B0A0A5CA}" dt="2026-04-15T01:49:52.090" v="427" actId="478"/>
          <ac:picMkLst>
            <pc:docMk/>
            <pc:sldMk cId="0" sldId="260"/>
            <ac:picMk id="31" creationId="{11FE2FE2-E32C-9DBD-E3A9-BFF65D257FE3}"/>
          </ac:picMkLst>
        </pc:picChg>
      </pc:sldChg>
      <pc:sldChg chg="modSp mod">
        <pc:chgData name="Westlauer, Isabella" userId="bb18fa9b-6a8b-4378-9cf7-3d16afb4bbc0" providerId="ADAL" clId="{2BC41745-1DD1-4AE5-A59A-00E0B0A0A5CA}" dt="2026-04-15T02:27:05.486" v="1203" actId="20577"/>
        <pc:sldMkLst>
          <pc:docMk/>
          <pc:sldMk cId="0" sldId="261"/>
        </pc:sldMkLst>
        <pc:spChg chg="mod">
          <ac:chgData name="Westlauer, Isabella" userId="bb18fa9b-6a8b-4378-9cf7-3d16afb4bbc0" providerId="ADAL" clId="{2BC41745-1DD1-4AE5-A59A-00E0B0A0A5CA}" dt="2026-04-15T02:27:05.486" v="1203" actId="20577"/>
          <ac:spMkLst>
            <pc:docMk/>
            <pc:sldMk cId="0" sldId="261"/>
            <ac:spMk id="7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1:46:15.130" v="416" actId="20577"/>
          <ac:spMkLst>
            <pc:docMk/>
            <pc:sldMk cId="0" sldId="261"/>
            <ac:spMk id="10" creationId="{00000000-0000-0000-0000-000000000000}"/>
          </ac:spMkLst>
        </pc:spChg>
      </pc:sldChg>
      <pc:sldChg chg="modSp mod">
        <pc:chgData name="Westlauer, Isabella" userId="bb18fa9b-6a8b-4378-9cf7-3d16afb4bbc0" providerId="ADAL" clId="{2BC41745-1DD1-4AE5-A59A-00E0B0A0A5CA}" dt="2026-04-15T02:59:41.913" v="2100" actId="20577"/>
        <pc:sldMkLst>
          <pc:docMk/>
          <pc:sldMk cId="0" sldId="262"/>
        </pc:sldMkLst>
        <pc:spChg chg="mod">
          <ac:chgData name="Westlauer, Isabella" userId="bb18fa9b-6a8b-4378-9cf7-3d16afb4bbc0" providerId="ADAL" clId="{2BC41745-1DD1-4AE5-A59A-00E0B0A0A5CA}" dt="2026-04-15T02:58:21.270" v="2052" actId="20577"/>
          <ac:spMkLst>
            <pc:docMk/>
            <pc:sldMk cId="0" sldId="262"/>
            <ac:spMk id="9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41:22.361" v="1365" actId="2057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58:00.415" v="2025" actId="20577"/>
          <ac:spMkLst>
            <pc:docMk/>
            <pc:sldMk cId="0" sldId="262"/>
            <ac:spMk id="15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42:19.905" v="1530" actId="20577"/>
          <ac:spMkLst>
            <pc:docMk/>
            <pc:sldMk cId="0" sldId="262"/>
            <ac:spMk id="18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59:36.019" v="2079" actId="20577"/>
          <ac:spMkLst>
            <pc:docMk/>
            <pc:sldMk cId="0" sldId="262"/>
            <ac:spMk id="21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59:41.913" v="2100" actId="20577"/>
          <ac:spMkLst>
            <pc:docMk/>
            <pc:sldMk cId="0" sldId="262"/>
            <ac:spMk id="25" creationId="{00000000-0000-0000-0000-000000000000}"/>
          </ac:spMkLst>
        </pc:spChg>
      </pc:sldChg>
      <pc:sldChg chg="modSp mod">
        <pc:chgData name="Westlauer, Isabella" userId="bb18fa9b-6a8b-4378-9cf7-3d16afb4bbc0" providerId="ADAL" clId="{2BC41745-1DD1-4AE5-A59A-00E0B0A0A5CA}" dt="2026-04-15T02:46:48.526" v="1592" actId="20577"/>
        <pc:sldMkLst>
          <pc:docMk/>
          <pc:sldMk cId="0" sldId="263"/>
        </pc:sldMkLst>
        <pc:spChg chg="mod">
          <ac:chgData name="Westlauer, Isabella" userId="bb18fa9b-6a8b-4378-9cf7-3d16afb4bbc0" providerId="ADAL" clId="{2BC41745-1DD1-4AE5-A59A-00E0B0A0A5CA}" dt="2026-04-15T02:43:18.397" v="1537" actId="2057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43:29.329" v="1541" actId="20577"/>
          <ac:spMkLst>
            <pc:docMk/>
            <pc:sldMk cId="0" sldId="263"/>
            <ac:spMk id="14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45:02.331" v="1546" actId="20577"/>
          <ac:spMkLst>
            <pc:docMk/>
            <pc:sldMk cId="0" sldId="263"/>
            <ac:spMk id="17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45:16.639" v="1581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46:41.437" v="1587" actId="20577"/>
          <ac:spMkLst>
            <pc:docMk/>
            <pc:sldMk cId="0" sldId="263"/>
            <ac:spMk id="24" creationId="{00000000-0000-0000-0000-000000000000}"/>
          </ac:spMkLst>
        </pc:spChg>
        <pc:spChg chg="mod">
          <ac:chgData name="Westlauer, Isabella" userId="bb18fa9b-6a8b-4378-9cf7-3d16afb4bbc0" providerId="ADAL" clId="{2BC41745-1DD1-4AE5-A59A-00E0B0A0A5CA}" dt="2026-04-15T02:46:48.526" v="1592" actId="20577"/>
          <ac:spMkLst>
            <pc:docMk/>
            <pc:sldMk cId="0" sldId="263"/>
            <ac:spMk id="25" creationId="{00000000-0000-0000-0000-000000000000}"/>
          </ac:spMkLst>
        </pc:spChg>
      </pc:sldChg>
      <pc:sldChg chg="modSp mod">
        <pc:chgData name="Westlauer, Isabella" userId="bb18fa9b-6a8b-4378-9cf7-3d16afb4bbc0" providerId="ADAL" clId="{2BC41745-1DD1-4AE5-A59A-00E0B0A0A5CA}" dt="2026-04-15T02:47:59.578" v="1700" actId="20577"/>
        <pc:sldMkLst>
          <pc:docMk/>
          <pc:sldMk cId="0" sldId="265"/>
        </pc:sldMkLst>
        <pc:spChg chg="mod">
          <ac:chgData name="Westlauer, Isabella" userId="bb18fa9b-6a8b-4378-9cf7-3d16afb4bbc0" providerId="ADAL" clId="{2BC41745-1DD1-4AE5-A59A-00E0B0A0A5CA}" dt="2026-04-15T02:47:59.578" v="1700" actId="20577"/>
          <ac:spMkLst>
            <pc:docMk/>
            <pc:sldMk cId="0" sldId="265"/>
            <ac:spMk id="8" creationId="{00000000-0000-0000-0000-000000000000}"/>
          </ac:spMkLst>
        </pc:spChg>
      </pc:sldChg>
      <pc:sldChg chg="addSp delSp modSp mod">
        <pc:chgData name="Westlauer, Isabella" userId="bb18fa9b-6a8b-4378-9cf7-3d16afb4bbc0" providerId="ADAL" clId="{2BC41745-1DD1-4AE5-A59A-00E0B0A0A5CA}" dt="2026-04-15T02:20:48.919" v="812" actId="1035"/>
        <pc:sldMkLst>
          <pc:docMk/>
          <pc:sldMk cId="3627877895" sldId="267"/>
        </pc:sldMkLst>
        <pc:spChg chg="mod">
          <ac:chgData name="Westlauer, Isabella" userId="bb18fa9b-6a8b-4378-9cf7-3d16afb4bbc0" providerId="ADAL" clId="{2BC41745-1DD1-4AE5-A59A-00E0B0A0A5CA}" dt="2026-04-15T02:19:06.493" v="706" actId="14100"/>
          <ac:spMkLst>
            <pc:docMk/>
            <pc:sldMk cId="3627877895" sldId="267"/>
            <ac:spMk id="5" creationId="{A8C09464-6B1B-5A32-6303-5E6778987645}"/>
          </ac:spMkLst>
        </pc:spChg>
        <pc:spChg chg="mod">
          <ac:chgData name="Westlauer, Isabella" userId="bb18fa9b-6a8b-4378-9cf7-3d16afb4bbc0" providerId="ADAL" clId="{2BC41745-1DD1-4AE5-A59A-00E0B0A0A5CA}" dt="2026-04-15T02:18:48.145" v="705" actId="1038"/>
          <ac:spMkLst>
            <pc:docMk/>
            <pc:sldMk cId="3627877895" sldId="267"/>
            <ac:spMk id="6" creationId="{07CF18D6-85D5-D869-86A9-7D86F440A239}"/>
          </ac:spMkLst>
        </pc:spChg>
        <pc:spChg chg="mod">
          <ac:chgData name="Westlauer, Isabella" userId="bb18fa9b-6a8b-4378-9cf7-3d16afb4bbc0" providerId="ADAL" clId="{2BC41745-1DD1-4AE5-A59A-00E0B0A0A5CA}" dt="2026-04-15T02:18:48.145" v="705" actId="1038"/>
          <ac:spMkLst>
            <pc:docMk/>
            <pc:sldMk cId="3627877895" sldId="267"/>
            <ac:spMk id="7" creationId="{5B2BDB48-3B18-022E-3088-802D46E9A7DC}"/>
          </ac:spMkLst>
        </pc:spChg>
        <pc:spChg chg="mod">
          <ac:chgData name="Westlauer, Isabella" userId="bb18fa9b-6a8b-4378-9cf7-3d16afb4bbc0" providerId="ADAL" clId="{2BC41745-1DD1-4AE5-A59A-00E0B0A0A5CA}" dt="2026-04-15T02:20:12.034" v="791" actId="20577"/>
          <ac:spMkLst>
            <pc:docMk/>
            <pc:sldMk cId="3627877895" sldId="267"/>
            <ac:spMk id="8" creationId="{745DF719-1A43-395B-DDEE-FFBEFBE8D302}"/>
          </ac:spMkLst>
        </pc:spChg>
        <pc:spChg chg="mod">
          <ac:chgData name="Westlauer, Isabella" userId="bb18fa9b-6a8b-4378-9cf7-3d16afb4bbc0" providerId="ADAL" clId="{2BC41745-1DD1-4AE5-A59A-00E0B0A0A5CA}" dt="2026-04-15T02:19:15.365" v="708" actId="14100"/>
          <ac:spMkLst>
            <pc:docMk/>
            <pc:sldMk cId="3627877895" sldId="267"/>
            <ac:spMk id="9" creationId="{13347CBD-4616-1808-7685-7870FA40F553}"/>
          </ac:spMkLst>
        </pc:spChg>
        <pc:spChg chg="mod">
          <ac:chgData name="Westlauer, Isabella" userId="bb18fa9b-6a8b-4378-9cf7-3d16afb4bbc0" providerId="ADAL" clId="{2BC41745-1DD1-4AE5-A59A-00E0B0A0A5CA}" dt="2026-04-15T02:18:40.545" v="672" actId="1038"/>
          <ac:spMkLst>
            <pc:docMk/>
            <pc:sldMk cId="3627877895" sldId="267"/>
            <ac:spMk id="10" creationId="{14255827-7A69-F4F4-E421-2635E2F45EA2}"/>
          </ac:spMkLst>
        </pc:spChg>
        <pc:spChg chg="mod">
          <ac:chgData name="Westlauer, Isabella" userId="bb18fa9b-6a8b-4378-9cf7-3d16afb4bbc0" providerId="ADAL" clId="{2BC41745-1DD1-4AE5-A59A-00E0B0A0A5CA}" dt="2026-04-15T02:18:40.545" v="672" actId="1038"/>
          <ac:spMkLst>
            <pc:docMk/>
            <pc:sldMk cId="3627877895" sldId="267"/>
            <ac:spMk id="11" creationId="{B301B689-F892-0417-1226-BEF5DDD5CBCA}"/>
          </ac:spMkLst>
        </pc:spChg>
        <pc:spChg chg="mod">
          <ac:chgData name="Westlauer, Isabella" userId="bb18fa9b-6a8b-4378-9cf7-3d16afb4bbc0" providerId="ADAL" clId="{2BC41745-1DD1-4AE5-A59A-00E0B0A0A5CA}" dt="2026-04-15T02:19:18.879" v="709" actId="14100"/>
          <ac:spMkLst>
            <pc:docMk/>
            <pc:sldMk cId="3627877895" sldId="267"/>
            <ac:spMk id="12" creationId="{748C91E4-3FC7-4C76-47DA-D28C2A7F4343}"/>
          </ac:spMkLst>
        </pc:spChg>
        <pc:spChg chg="del">
          <ac:chgData name="Westlauer, Isabella" userId="bb18fa9b-6a8b-4378-9cf7-3d16afb4bbc0" providerId="ADAL" clId="{2BC41745-1DD1-4AE5-A59A-00E0B0A0A5CA}" dt="2026-04-15T02:18:19.927" v="617" actId="478"/>
          <ac:spMkLst>
            <pc:docMk/>
            <pc:sldMk cId="3627877895" sldId="267"/>
            <ac:spMk id="13" creationId="{EE7E83C1-B77B-F8C1-9E28-C1549953B8BD}"/>
          </ac:spMkLst>
        </pc:spChg>
        <pc:spChg chg="del">
          <ac:chgData name="Westlauer, Isabella" userId="bb18fa9b-6a8b-4378-9cf7-3d16afb4bbc0" providerId="ADAL" clId="{2BC41745-1DD1-4AE5-A59A-00E0B0A0A5CA}" dt="2026-04-15T02:18:25.867" v="619" actId="478"/>
          <ac:spMkLst>
            <pc:docMk/>
            <pc:sldMk cId="3627877895" sldId="267"/>
            <ac:spMk id="14" creationId="{5A6A144A-2686-FD26-061C-1F9757BEF8C3}"/>
          </ac:spMkLst>
        </pc:spChg>
        <pc:spChg chg="del">
          <ac:chgData name="Westlauer, Isabella" userId="bb18fa9b-6a8b-4378-9cf7-3d16afb4bbc0" providerId="ADAL" clId="{2BC41745-1DD1-4AE5-A59A-00E0B0A0A5CA}" dt="2026-04-15T02:18:29.069" v="620" actId="478"/>
          <ac:spMkLst>
            <pc:docMk/>
            <pc:sldMk cId="3627877895" sldId="267"/>
            <ac:spMk id="15" creationId="{F99010E1-11CC-0139-6669-65127C31C42D}"/>
          </ac:spMkLst>
        </pc:spChg>
        <pc:spChg chg="del">
          <ac:chgData name="Westlauer, Isabella" userId="bb18fa9b-6a8b-4378-9cf7-3d16afb4bbc0" providerId="ADAL" clId="{2BC41745-1DD1-4AE5-A59A-00E0B0A0A5CA}" dt="2026-04-15T02:18:23.756" v="618" actId="478"/>
          <ac:spMkLst>
            <pc:docMk/>
            <pc:sldMk cId="3627877895" sldId="267"/>
            <ac:spMk id="16" creationId="{EE70BC46-EE2B-C129-2B92-EC2AE9C0BC4B}"/>
          </ac:spMkLst>
        </pc:spChg>
        <pc:spChg chg="mod">
          <ac:chgData name="Westlauer, Isabella" userId="bb18fa9b-6a8b-4378-9cf7-3d16afb4bbc0" providerId="ADAL" clId="{2BC41745-1DD1-4AE5-A59A-00E0B0A0A5CA}" dt="2026-04-15T02:20:26.137" v="793" actId="14100"/>
          <ac:spMkLst>
            <pc:docMk/>
            <pc:sldMk cId="3627877895" sldId="267"/>
            <ac:spMk id="17" creationId="{00BF30FA-CE6C-805F-BBE1-66E8DAC4F092}"/>
          </ac:spMkLst>
        </pc:spChg>
        <pc:spChg chg="mod">
          <ac:chgData name="Westlauer, Isabella" userId="bb18fa9b-6a8b-4378-9cf7-3d16afb4bbc0" providerId="ADAL" clId="{2BC41745-1DD1-4AE5-A59A-00E0B0A0A5CA}" dt="2026-04-15T02:20:20.570" v="792" actId="14100"/>
          <ac:spMkLst>
            <pc:docMk/>
            <pc:sldMk cId="3627877895" sldId="267"/>
            <ac:spMk id="18" creationId="{11E03EE8-62C7-2545-FA45-E102E7787163}"/>
          </ac:spMkLst>
        </pc:spChg>
        <pc:picChg chg="add del mod">
          <ac:chgData name="Westlauer, Isabella" userId="bb18fa9b-6a8b-4378-9cf7-3d16afb4bbc0" providerId="ADAL" clId="{2BC41745-1DD1-4AE5-A59A-00E0B0A0A5CA}" dt="2026-04-15T01:49:37.965" v="423" actId="21"/>
          <ac:picMkLst>
            <pc:docMk/>
            <pc:sldMk cId="3627877895" sldId="267"/>
            <ac:picMk id="20" creationId="{34411311-059B-1C06-A75B-BF65DB020B39}"/>
          </ac:picMkLst>
        </pc:picChg>
        <pc:picChg chg="mod">
          <ac:chgData name="Westlauer, Isabella" userId="bb18fa9b-6a8b-4378-9cf7-3d16afb4bbc0" providerId="ADAL" clId="{2BC41745-1DD1-4AE5-A59A-00E0B0A0A5CA}" dt="2026-04-15T02:20:48.919" v="812" actId="1035"/>
          <ac:picMkLst>
            <pc:docMk/>
            <pc:sldMk cId="3627877895" sldId="267"/>
            <ac:picMk id="27" creationId="{CC8A4664-2001-BC5C-184B-D6C7D07B376C}"/>
          </ac:picMkLst>
        </pc:picChg>
        <pc:picChg chg="mod">
          <ac:chgData name="Westlauer, Isabella" userId="bb18fa9b-6a8b-4378-9cf7-3d16afb4bbc0" providerId="ADAL" clId="{2BC41745-1DD1-4AE5-A59A-00E0B0A0A5CA}" dt="2026-04-15T02:20:48.919" v="812" actId="1035"/>
          <ac:picMkLst>
            <pc:docMk/>
            <pc:sldMk cId="3627877895" sldId="267"/>
            <ac:picMk id="31" creationId="{7F12B195-D055-F600-02B1-4BA3B89B2C50}"/>
          </ac:picMkLst>
        </pc:picChg>
      </pc:sldChg>
      <pc:sldChg chg="delSp modSp add mod">
        <pc:chgData name="Westlauer, Isabella" userId="bb18fa9b-6a8b-4378-9cf7-3d16afb4bbc0" providerId="ADAL" clId="{2BC41745-1DD1-4AE5-A59A-00E0B0A0A5CA}" dt="2026-04-15T02:23:17.635" v="872" actId="1076"/>
        <pc:sldMkLst>
          <pc:docMk/>
          <pc:sldMk cId="3354533032" sldId="268"/>
        </pc:sldMkLst>
        <pc:picChg chg="del">
          <ac:chgData name="Westlauer, Isabella" userId="bb18fa9b-6a8b-4378-9cf7-3d16afb4bbc0" providerId="ADAL" clId="{2BC41745-1DD1-4AE5-A59A-00E0B0A0A5CA}" dt="2026-04-15T02:23:05.444" v="868" actId="478"/>
          <ac:picMkLst>
            <pc:docMk/>
            <pc:sldMk cId="3354533032" sldId="268"/>
            <ac:picMk id="20" creationId="{0E3B3FFE-AD50-C61E-03A1-AFB4DD85EB8F}"/>
          </ac:picMkLst>
        </pc:picChg>
        <pc:picChg chg="mod">
          <ac:chgData name="Westlauer, Isabella" userId="bb18fa9b-6a8b-4378-9cf7-3d16afb4bbc0" providerId="ADAL" clId="{2BC41745-1DD1-4AE5-A59A-00E0B0A0A5CA}" dt="2026-04-15T02:23:17.635" v="872" actId="1076"/>
          <ac:picMkLst>
            <pc:docMk/>
            <pc:sldMk cId="3354533032" sldId="268"/>
            <ac:picMk id="21" creationId="{69F8104D-6AA2-F7D4-84CC-3E22A00B61EC}"/>
          </ac:picMkLst>
        </pc:picChg>
        <pc:picChg chg="del">
          <ac:chgData name="Westlauer, Isabella" userId="bb18fa9b-6a8b-4378-9cf7-3d16afb4bbc0" providerId="ADAL" clId="{2BC41745-1DD1-4AE5-A59A-00E0B0A0A5CA}" dt="2026-04-15T02:23:07.322" v="869" actId="478"/>
          <ac:picMkLst>
            <pc:docMk/>
            <pc:sldMk cId="3354533032" sldId="268"/>
            <ac:picMk id="23" creationId="{2F91B518-320F-08FF-2460-DC438CB98502}"/>
          </ac:picMkLst>
        </pc:picChg>
      </pc:sldChg>
      <pc:sldChg chg="delSp modSp add mod">
        <pc:chgData name="Westlauer, Isabella" userId="bb18fa9b-6a8b-4378-9cf7-3d16afb4bbc0" providerId="ADAL" clId="{2BC41745-1DD1-4AE5-A59A-00E0B0A0A5CA}" dt="2026-04-15T02:23:30.311" v="876" actId="14100"/>
        <pc:sldMkLst>
          <pc:docMk/>
          <pc:sldMk cId="2744837899" sldId="269"/>
        </pc:sldMkLst>
        <pc:picChg chg="del">
          <ac:chgData name="Westlauer, Isabella" userId="bb18fa9b-6a8b-4378-9cf7-3d16afb4bbc0" providerId="ADAL" clId="{2BC41745-1DD1-4AE5-A59A-00E0B0A0A5CA}" dt="2026-04-15T02:23:21.847" v="873" actId="478"/>
          <ac:picMkLst>
            <pc:docMk/>
            <pc:sldMk cId="2744837899" sldId="269"/>
            <ac:picMk id="20" creationId="{7092BDC1-06DD-DD02-3184-CEC128B5F495}"/>
          </ac:picMkLst>
        </pc:picChg>
        <pc:picChg chg="del">
          <ac:chgData name="Westlauer, Isabella" userId="bb18fa9b-6a8b-4378-9cf7-3d16afb4bbc0" providerId="ADAL" clId="{2BC41745-1DD1-4AE5-A59A-00E0B0A0A5CA}" dt="2026-04-15T02:23:23.419" v="874" actId="478"/>
          <ac:picMkLst>
            <pc:docMk/>
            <pc:sldMk cId="2744837899" sldId="269"/>
            <ac:picMk id="21" creationId="{0E574ECB-352C-AB22-134B-D3BB66459D76}"/>
          </ac:picMkLst>
        </pc:picChg>
        <pc:picChg chg="mod">
          <ac:chgData name="Westlauer, Isabella" userId="bb18fa9b-6a8b-4378-9cf7-3d16afb4bbc0" providerId="ADAL" clId="{2BC41745-1DD1-4AE5-A59A-00E0B0A0A5CA}" dt="2026-04-15T02:23:30.311" v="876" actId="14100"/>
          <ac:picMkLst>
            <pc:docMk/>
            <pc:sldMk cId="2744837899" sldId="269"/>
            <ac:picMk id="23" creationId="{900CFF70-B937-5B7F-7FF2-DD3A364D5542}"/>
          </ac:picMkLst>
        </pc:picChg>
      </pc:sldChg>
      <pc:sldChg chg="addSp delSp modSp add mod ord">
        <pc:chgData name="Westlauer, Isabella" userId="bb18fa9b-6a8b-4378-9cf7-3d16afb4bbc0" providerId="ADAL" clId="{2BC41745-1DD1-4AE5-A59A-00E0B0A0A5CA}" dt="2026-04-15T02:56:49.483" v="1978" actId="20577"/>
        <pc:sldMkLst>
          <pc:docMk/>
          <pc:sldMk cId="1154572877" sldId="270"/>
        </pc:sldMkLst>
        <pc:spChg chg="mod">
          <ac:chgData name="Westlauer, Isabella" userId="bb18fa9b-6a8b-4378-9cf7-3d16afb4bbc0" providerId="ADAL" clId="{2BC41745-1DD1-4AE5-A59A-00E0B0A0A5CA}" dt="2026-04-15T02:25:23.518" v="1073" actId="1037"/>
          <ac:spMkLst>
            <pc:docMk/>
            <pc:sldMk cId="1154572877" sldId="270"/>
            <ac:spMk id="5" creationId="{3B957C65-59C7-9A6C-2819-3F049A6154D7}"/>
          </ac:spMkLst>
        </pc:spChg>
        <pc:spChg chg="mod">
          <ac:chgData name="Westlauer, Isabella" userId="bb18fa9b-6a8b-4378-9cf7-3d16afb4bbc0" providerId="ADAL" clId="{2BC41745-1DD1-4AE5-A59A-00E0B0A0A5CA}" dt="2026-04-15T02:25:23.518" v="1073" actId="1037"/>
          <ac:spMkLst>
            <pc:docMk/>
            <pc:sldMk cId="1154572877" sldId="270"/>
            <ac:spMk id="6" creationId="{7929C262-A1FF-3E59-FF48-F426D7DCB404}"/>
          </ac:spMkLst>
        </pc:spChg>
        <pc:spChg chg="mod">
          <ac:chgData name="Westlauer, Isabella" userId="bb18fa9b-6a8b-4378-9cf7-3d16afb4bbc0" providerId="ADAL" clId="{2BC41745-1DD1-4AE5-A59A-00E0B0A0A5CA}" dt="2026-04-15T02:25:23.518" v="1073" actId="1037"/>
          <ac:spMkLst>
            <pc:docMk/>
            <pc:sldMk cId="1154572877" sldId="270"/>
            <ac:spMk id="7" creationId="{5C1E1A68-7453-6491-7CD9-3BCE0529F73E}"/>
          </ac:spMkLst>
        </pc:spChg>
        <pc:spChg chg="mod">
          <ac:chgData name="Westlauer, Isabella" userId="bb18fa9b-6a8b-4378-9cf7-3d16afb4bbc0" providerId="ADAL" clId="{2BC41745-1DD1-4AE5-A59A-00E0B0A0A5CA}" dt="2026-04-15T02:56:49.483" v="1978" actId="20577"/>
          <ac:spMkLst>
            <pc:docMk/>
            <pc:sldMk cId="1154572877" sldId="270"/>
            <ac:spMk id="8" creationId="{4BAE09FF-2951-4F24-1960-98AD36F1C4A9}"/>
          </ac:spMkLst>
        </pc:spChg>
        <pc:spChg chg="mod">
          <ac:chgData name="Westlauer, Isabella" userId="bb18fa9b-6a8b-4378-9cf7-3d16afb4bbc0" providerId="ADAL" clId="{2BC41745-1DD1-4AE5-A59A-00E0B0A0A5CA}" dt="2026-04-15T02:25:23.518" v="1073" actId="1037"/>
          <ac:spMkLst>
            <pc:docMk/>
            <pc:sldMk cId="1154572877" sldId="270"/>
            <ac:spMk id="9" creationId="{2CC52E17-80CC-FD8E-BED4-9F2B7CDB34BF}"/>
          </ac:spMkLst>
        </pc:spChg>
        <pc:spChg chg="mod">
          <ac:chgData name="Westlauer, Isabella" userId="bb18fa9b-6a8b-4378-9cf7-3d16afb4bbc0" providerId="ADAL" clId="{2BC41745-1DD1-4AE5-A59A-00E0B0A0A5CA}" dt="2026-04-15T02:25:23.518" v="1073" actId="1037"/>
          <ac:spMkLst>
            <pc:docMk/>
            <pc:sldMk cId="1154572877" sldId="270"/>
            <ac:spMk id="10" creationId="{7C6C83C9-5CD9-7036-D47D-11D2099164A8}"/>
          </ac:spMkLst>
        </pc:spChg>
        <pc:spChg chg="mod">
          <ac:chgData name="Westlauer, Isabella" userId="bb18fa9b-6a8b-4378-9cf7-3d16afb4bbc0" providerId="ADAL" clId="{2BC41745-1DD1-4AE5-A59A-00E0B0A0A5CA}" dt="2026-04-15T02:24:50.384" v="965" actId="1037"/>
          <ac:spMkLst>
            <pc:docMk/>
            <pc:sldMk cId="1154572877" sldId="270"/>
            <ac:spMk id="11" creationId="{BE8752FC-C101-0603-20B7-D1D714FF0027}"/>
          </ac:spMkLst>
        </pc:spChg>
        <pc:spChg chg="mod">
          <ac:chgData name="Westlauer, Isabella" userId="bb18fa9b-6a8b-4378-9cf7-3d16afb4bbc0" providerId="ADAL" clId="{2BC41745-1DD1-4AE5-A59A-00E0B0A0A5CA}" dt="2026-04-15T02:25:38.595" v="1093" actId="20577"/>
          <ac:spMkLst>
            <pc:docMk/>
            <pc:sldMk cId="1154572877" sldId="270"/>
            <ac:spMk id="12" creationId="{5B9C15A5-E532-AAB0-AD34-42A4A19C3E5C}"/>
          </ac:spMkLst>
        </pc:spChg>
        <pc:spChg chg="add mod">
          <ac:chgData name="Westlauer, Isabella" userId="bb18fa9b-6a8b-4378-9cf7-3d16afb4bbc0" providerId="ADAL" clId="{2BC41745-1DD1-4AE5-A59A-00E0B0A0A5CA}" dt="2026-04-15T02:25:23.518" v="1073" actId="1037"/>
          <ac:spMkLst>
            <pc:docMk/>
            <pc:sldMk cId="1154572877" sldId="270"/>
            <ac:spMk id="13" creationId="{44A112A3-6718-AB65-E63F-10CD534D1A1D}"/>
          </ac:spMkLst>
        </pc:spChg>
        <pc:spChg chg="add mod">
          <ac:chgData name="Westlauer, Isabella" userId="bb18fa9b-6a8b-4378-9cf7-3d16afb4bbc0" providerId="ADAL" clId="{2BC41745-1DD1-4AE5-A59A-00E0B0A0A5CA}" dt="2026-04-15T02:25:23.518" v="1073" actId="1037"/>
          <ac:spMkLst>
            <pc:docMk/>
            <pc:sldMk cId="1154572877" sldId="270"/>
            <ac:spMk id="14" creationId="{9F7C6865-F033-4045-2393-4FE8774B4DF9}"/>
          </ac:spMkLst>
        </pc:spChg>
        <pc:spChg chg="add mod">
          <ac:chgData name="Westlauer, Isabella" userId="bb18fa9b-6a8b-4378-9cf7-3d16afb4bbc0" providerId="ADAL" clId="{2BC41745-1DD1-4AE5-A59A-00E0B0A0A5CA}" dt="2026-04-15T02:25:23.518" v="1073" actId="1037"/>
          <ac:spMkLst>
            <pc:docMk/>
            <pc:sldMk cId="1154572877" sldId="270"/>
            <ac:spMk id="15" creationId="{990EF082-8260-B8D6-B2C4-640B90D0031C}"/>
          </ac:spMkLst>
        </pc:spChg>
        <pc:spChg chg="add mod">
          <ac:chgData name="Westlauer, Isabella" userId="bb18fa9b-6a8b-4378-9cf7-3d16afb4bbc0" providerId="ADAL" clId="{2BC41745-1DD1-4AE5-A59A-00E0B0A0A5CA}" dt="2026-04-15T02:25:43.075" v="1103" actId="20577"/>
          <ac:spMkLst>
            <pc:docMk/>
            <pc:sldMk cId="1154572877" sldId="270"/>
            <ac:spMk id="16" creationId="{94EFBAE3-27A1-6BD2-FAB0-1625D10A3C17}"/>
          </ac:spMkLst>
        </pc:spChg>
        <pc:picChg chg="del">
          <ac:chgData name="Westlauer, Isabella" userId="bb18fa9b-6a8b-4378-9cf7-3d16afb4bbc0" providerId="ADAL" clId="{2BC41745-1DD1-4AE5-A59A-00E0B0A0A5CA}" dt="2026-04-15T02:24:16.794" v="893" actId="478"/>
          <ac:picMkLst>
            <pc:docMk/>
            <pc:sldMk cId="1154572877" sldId="270"/>
            <ac:picMk id="27" creationId="{3D2D58C8-64ED-5ACF-22FE-E0E19617F607}"/>
          </ac:picMkLst>
        </pc:picChg>
        <pc:picChg chg="del">
          <ac:chgData name="Westlauer, Isabella" userId="bb18fa9b-6a8b-4378-9cf7-3d16afb4bbc0" providerId="ADAL" clId="{2BC41745-1DD1-4AE5-A59A-00E0B0A0A5CA}" dt="2026-04-15T02:24:15.025" v="892" actId="478"/>
          <ac:picMkLst>
            <pc:docMk/>
            <pc:sldMk cId="1154572877" sldId="270"/>
            <ac:picMk id="31" creationId="{71052346-986A-3FFB-717D-7FAD9D8203D1}"/>
          </ac:picMkLst>
        </pc:picChg>
      </pc:sldChg>
      <pc:sldChg chg="modSp add mod">
        <pc:chgData name="Westlauer, Isabella" userId="bb18fa9b-6a8b-4378-9cf7-3d16afb4bbc0" providerId="ADAL" clId="{2BC41745-1DD1-4AE5-A59A-00E0B0A0A5CA}" dt="2026-04-15T02:55:19.765" v="1846" actId="20577"/>
        <pc:sldMkLst>
          <pc:docMk/>
          <pc:sldMk cId="2890729954" sldId="271"/>
        </pc:sldMkLst>
        <pc:spChg chg="mod">
          <ac:chgData name="Westlauer, Isabella" userId="bb18fa9b-6a8b-4378-9cf7-3d16afb4bbc0" providerId="ADAL" clId="{2BC41745-1DD1-4AE5-A59A-00E0B0A0A5CA}" dt="2026-04-15T02:52:06.719" v="1712" actId="20577"/>
          <ac:spMkLst>
            <pc:docMk/>
            <pc:sldMk cId="2890729954" sldId="271"/>
            <ac:spMk id="3" creationId="{8F6218D1-FB38-B489-B13A-70183EB87348}"/>
          </ac:spMkLst>
        </pc:spChg>
        <pc:spChg chg="mod">
          <ac:chgData name="Westlauer, Isabella" userId="bb18fa9b-6a8b-4378-9cf7-3d16afb4bbc0" providerId="ADAL" clId="{2BC41745-1DD1-4AE5-A59A-00E0B0A0A5CA}" dt="2026-04-15T02:52:26.224" v="1732" actId="20577"/>
          <ac:spMkLst>
            <pc:docMk/>
            <pc:sldMk cId="2890729954" sldId="271"/>
            <ac:spMk id="6" creationId="{61311042-3AAC-62B9-FA23-33516F21F4A1}"/>
          </ac:spMkLst>
        </pc:spChg>
        <pc:spChg chg="mod">
          <ac:chgData name="Westlauer, Isabella" userId="bb18fa9b-6a8b-4378-9cf7-3d16afb4bbc0" providerId="ADAL" clId="{2BC41745-1DD1-4AE5-A59A-00E0B0A0A5CA}" dt="2026-04-15T02:53:33.740" v="1759" actId="20577"/>
          <ac:spMkLst>
            <pc:docMk/>
            <pc:sldMk cId="2890729954" sldId="271"/>
            <ac:spMk id="7" creationId="{B75B9968-AC1C-89FB-1251-3B1468983551}"/>
          </ac:spMkLst>
        </pc:spChg>
        <pc:spChg chg="mod">
          <ac:chgData name="Westlauer, Isabella" userId="bb18fa9b-6a8b-4378-9cf7-3d16afb4bbc0" providerId="ADAL" clId="{2BC41745-1DD1-4AE5-A59A-00E0B0A0A5CA}" dt="2026-04-15T02:53:46.326" v="1786" actId="6549"/>
          <ac:spMkLst>
            <pc:docMk/>
            <pc:sldMk cId="2890729954" sldId="271"/>
            <ac:spMk id="9" creationId="{90B736DA-5CB2-CAA9-90EE-FCA012EE900F}"/>
          </ac:spMkLst>
        </pc:spChg>
        <pc:spChg chg="mod">
          <ac:chgData name="Westlauer, Isabella" userId="bb18fa9b-6a8b-4378-9cf7-3d16afb4bbc0" providerId="ADAL" clId="{2BC41745-1DD1-4AE5-A59A-00E0B0A0A5CA}" dt="2026-04-15T02:52:34.540" v="1748" actId="20577"/>
          <ac:spMkLst>
            <pc:docMk/>
            <pc:sldMk cId="2890729954" sldId="271"/>
            <ac:spMk id="11" creationId="{A6A71B32-1A4C-1927-66B7-563C7D618B5F}"/>
          </ac:spMkLst>
        </pc:spChg>
        <pc:spChg chg="mod">
          <ac:chgData name="Westlauer, Isabella" userId="bb18fa9b-6a8b-4378-9cf7-3d16afb4bbc0" providerId="ADAL" clId="{2BC41745-1DD1-4AE5-A59A-00E0B0A0A5CA}" dt="2026-04-15T02:52:58.674" v="1755" actId="20577"/>
          <ac:spMkLst>
            <pc:docMk/>
            <pc:sldMk cId="2890729954" sldId="271"/>
            <ac:spMk id="12" creationId="{5B2D6D0D-5093-5012-EB9F-5C05C30E32C5}"/>
          </ac:spMkLst>
        </pc:spChg>
        <pc:spChg chg="mod">
          <ac:chgData name="Westlauer, Isabella" userId="bb18fa9b-6a8b-4378-9cf7-3d16afb4bbc0" providerId="ADAL" clId="{2BC41745-1DD1-4AE5-A59A-00E0B0A0A5CA}" dt="2026-04-15T02:53:16.767" v="1758" actId="20577"/>
          <ac:spMkLst>
            <pc:docMk/>
            <pc:sldMk cId="2890729954" sldId="271"/>
            <ac:spMk id="14" creationId="{0CA0D3AC-6D58-63F5-8FE9-AE4489173F5E}"/>
          </ac:spMkLst>
        </pc:spChg>
        <pc:spChg chg="mod">
          <ac:chgData name="Westlauer, Isabella" userId="bb18fa9b-6a8b-4378-9cf7-3d16afb4bbc0" providerId="ADAL" clId="{2BC41745-1DD1-4AE5-A59A-00E0B0A0A5CA}" dt="2026-04-15T02:54:21.739" v="1801" actId="20577"/>
          <ac:spMkLst>
            <pc:docMk/>
            <pc:sldMk cId="2890729954" sldId="271"/>
            <ac:spMk id="16" creationId="{0837C70E-14FE-F405-2C46-5AF010D7890A}"/>
          </ac:spMkLst>
        </pc:spChg>
        <pc:spChg chg="mod">
          <ac:chgData name="Westlauer, Isabella" userId="bb18fa9b-6a8b-4378-9cf7-3d16afb4bbc0" providerId="ADAL" clId="{2BC41745-1DD1-4AE5-A59A-00E0B0A0A5CA}" dt="2026-04-15T02:54:41.105" v="1809" actId="20577"/>
          <ac:spMkLst>
            <pc:docMk/>
            <pc:sldMk cId="2890729954" sldId="271"/>
            <ac:spMk id="17" creationId="{C67AEBDE-4BE5-474B-30AB-A633FAB6EB5B}"/>
          </ac:spMkLst>
        </pc:spChg>
        <pc:spChg chg="mod">
          <ac:chgData name="Westlauer, Isabella" userId="bb18fa9b-6a8b-4378-9cf7-3d16afb4bbc0" providerId="ADAL" clId="{2BC41745-1DD1-4AE5-A59A-00E0B0A0A5CA}" dt="2026-04-15T02:55:19.765" v="1846" actId="20577"/>
          <ac:spMkLst>
            <pc:docMk/>
            <pc:sldMk cId="2890729954" sldId="271"/>
            <ac:spMk id="19" creationId="{161DAE7C-287E-6C57-1536-81BD6AC31382}"/>
          </ac:spMkLst>
        </pc:spChg>
      </pc:sldChg>
    </pc:docChg>
  </pc:docChgLst>
</pc:chgInfo>
</file>

<file path=ppt/comments/modernComment_10B_D83D060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106C621-492E-49C7-8CE5-8F7DAAA01633}" authorId="{DE69AAEA-0C17-E85E-9E5C-BDF103642039}" created="2026-04-12T21:57:24.394">
    <pc:sldMkLst xmlns:pc="http://schemas.microsoft.com/office/powerpoint/2013/main/command">
      <pc:docMk/>
      <pc:sldMk cId="3627877895" sldId="267"/>
    </pc:sldMkLst>
    <p188:txBody>
      <a:bodyPr/>
      <a:lstStyle/>
      <a:p>
        <a:r>
          <a:rPr lang="en-US"/>
          <a:t>Add 3 key insights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46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A2090-728D-A81F-80F7-B235B35AD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B439AF-D8FD-07D0-0FF0-147A5FB36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16BC2-E36C-154A-179D-9169AE410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169AE-D5EB-BC33-0DF1-E0FD0B81BD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0902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C8BB-2EFF-08B0-03B3-6FBE4A7ED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F2BEF2-2EA8-496B-D237-BCB83EF1F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7111E-6D21-1682-078A-1DA60A948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34DE4-1634-CBDB-C081-19E80FB277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5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4C6B7-34FE-8B88-72A2-4B341211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757BF-B2DF-6367-FEC3-6D4EBFE9B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3937EB-069D-7E1B-EE42-205178B3B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2062A-25E8-7F8C-4270-769D22AAA7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990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18981-3142-04E9-FA80-4D3B86A5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C43B7-4164-9AF6-5F8A-9C865E438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0F19E1-527B-4AF4-9E51-0670DD60C9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F3CE0A-8B5B-08FE-8FCE-3BE511C01A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2181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E842A-87D2-428A-0926-680D45B7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45BC55-6DFA-6230-810E-6048DD74A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3EF945-D862-BEAB-7B76-DC16B1053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96228-D1B1-6B8C-74C4-A19E39916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3817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yc.gov/site/tlc/about/tlc-trip-record-data.pag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D83D060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668012"/>
            <a:ext cx="9144000" cy="475488"/>
          </a:xfrm>
          <a:prstGeom prst="rect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4668012"/>
            <a:ext cx="88879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Yellow Taxi Tip Prediction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84048" y="2560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25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 |  DOING DATA SCIENCE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11480" y="1213463"/>
            <a:ext cx="8595360" cy="19841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NYC Yellow Taxi</a:t>
            </a:r>
            <a:endParaRPr lang="en-US" sz="4400" dirty="0"/>
          </a:p>
          <a:p>
            <a:pPr marL="0" indent="0" algn="ctr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 Prediction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2743200" y="3243949"/>
            <a:ext cx="3657600" cy="25603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3335389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tip behavior from NYC yellow taxi trip data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and interactive tooling.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957181"/>
            <a:ext cx="8321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Isabella Westlauer  ·  Josh Samuel</a:t>
            </a:r>
            <a:endParaRPr lang="en-US" sz="1400" dirty="0"/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D25276F6-F8F4-DABA-0622-F5F610B81098}"/>
              </a:ext>
            </a:extLst>
          </p:cNvPr>
          <p:cNvSpPr/>
          <p:nvPr/>
        </p:nvSpPr>
        <p:spPr>
          <a:xfrm>
            <a:off x="530352" y="121924"/>
            <a:ext cx="8083296" cy="122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0"/>
              </a:lnSpc>
              <a:buNone/>
            </a:pPr>
            <a:r>
              <a:rPr lang="en-US" sz="8400" dirty="0">
                <a:solidFill>
                  <a:srgbClr val="0F172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🚕</a:t>
            </a:r>
            <a:endParaRPr lang="en-US" sz="8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4009644" cy="1220724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55219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55219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4128" y="1188720"/>
            <a:ext cx="3369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Goal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24128" y="1481328"/>
            <a:ext cx="3369564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the prediction question, business motivation, and what success looks like.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31436" y="1078992"/>
            <a:ext cx="4009644" cy="1220724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68596" y="155219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68596" y="155219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152644" y="1188720"/>
            <a:ext cx="3369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Overview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152644" y="1481328"/>
            <a:ext cx="3369564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the source data, key variables, and target outcome.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418588"/>
            <a:ext cx="4009644" cy="1220724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" y="289179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289179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528316"/>
            <a:ext cx="3369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+ Data Quality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24128" y="2820924"/>
            <a:ext cx="3369564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major patterns, missing values, and outlier treatment.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31436" y="2418588"/>
            <a:ext cx="4009644" cy="1220724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68596" y="289179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68596" y="289179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52644" y="2528316"/>
            <a:ext cx="3369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Modeling Workflow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152644" y="2820924"/>
            <a:ext cx="3369564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feature engineering, models tested, and evaluation strategy.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758184"/>
            <a:ext cx="4009644" cy="1220724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0080" y="423138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423138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867912"/>
            <a:ext cx="3369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RShiny App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24128" y="4160520"/>
            <a:ext cx="3369564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the interactive interface and user-facing value.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31436" y="3758184"/>
            <a:ext cx="4009644" cy="1220724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68596" y="423138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68596" y="423138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152644" y="3867912"/>
            <a:ext cx="3369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 + Takeaways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152644" y="4160520"/>
            <a:ext cx="3369564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retrieval component, lessons learned, and next steps.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4005072" cy="3899916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1225296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question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536192"/>
            <a:ext cx="3730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accurately can we predict tip behavior for NYC yellow taxi rides using trip, fare, and payment-related features?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04088" y="2249424"/>
            <a:ext cx="3730752" cy="14630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088" y="2340864"/>
            <a:ext cx="3730752" cy="2473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01600" indent="-101600">
              <a:spcAft>
                <a:spcPts val="14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predict how much a rider will tip, and what can we learn about tipping behavior in NYC Yellow Taxis?</a:t>
            </a:r>
            <a:endParaRPr lang="en-US" sz="1050" dirty="0"/>
          </a:p>
          <a:p>
            <a:pPr marL="101600" indent="-101600">
              <a:spcAft>
                <a:spcPts val="14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prediction is a microcosm for complex, human-driven predictive modeling.</a:t>
            </a:r>
          </a:p>
          <a:p>
            <a:pPr marL="101600" indent="-101600">
              <a:spcAft>
                <a:spcPts val="14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 tip amount to be relatively well-correlated with fare amount, possibly with seasonal variation depending on time of the year.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36008" y="1078992"/>
            <a:ext cx="4005072" cy="2105955"/>
          </a:xfrm>
          <a:prstGeom prst="roundRect">
            <a:avLst>
              <a:gd name="adj" fmla="val 3908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37176" y="1225296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 Findings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37176" y="1536192"/>
            <a:ext cx="3730752" cy="1465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model achieved the desired predictive performance.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model satisfied the required prediction benchmarks.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residuals were not fully normal, and a small number of potentially influential observations remained.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The log-linear model with a quadratic term for fare amount provided the best overall fit. 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36008" y="3303819"/>
            <a:ext cx="1280160" cy="167508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36008" y="3303819"/>
            <a:ext cx="1280160" cy="1675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Model Target RMSE ≤ 2 and MAE ≤ 1.5 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98464" y="3303819"/>
            <a:ext cx="1280160" cy="167508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98464" y="3303819"/>
            <a:ext cx="1280160" cy="1675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NYC Yellow Taxi Data from nyc.gov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60920" y="3303819"/>
            <a:ext cx="1280160" cy="167508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60920" y="3303819"/>
            <a:ext cx="1280160" cy="1675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Impacts business profitability by optimizing data-driven decisions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4005072" cy="3899916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1225296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facts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554480"/>
            <a:ext cx="3730752" cy="32415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01600" indent="-101600">
              <a:spcAft>
                <a:spcPts val="18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https://www.nyc.gov/site/tlc/about/tlc-trip-record-data.page</a:t>
            </a: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records for January 1 – December 31, 2025</a:t>
            </a:r>
            <a:endParaRPr lang="en-US" sz="1050" dirty="0"/>
          </a:p>
          <a:p>
            <a:pPr marL="101600" indent="-101600">
              <a:spcAft>
                <a:spcPts val="18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after filtering and sampling, 10,008 observations of 14 variables</a:t>
            </a:r>
            <a:endParaRPr lang="en-US" sz="1050" dirty="0"/>
          </a:p>
          <a:p>
            <a:pPr marL="101600" indent="-101600">
              <a:spcAft>
                <a:spcPts val="18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of analysis: one row represents one taxi trip.</a:t>
            </a:r>
            <a:endParaRPr lang="en-US" sz="1050" dirty="0"/>
          </a:p>
          <a:p>
            <a:pPr marL="101600" indent="-101600">
              <a:spcAft>
                <a:spcPts val="18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variable: tip amount in $USD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36008" y="1078992"/>
            <a:ext cx="4005072" cy="3899916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37176" y="1225296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Candidate features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37176" y="1554480"/>
            <a:ext cx="1755648" cy="1007364"/>
          </a:xfrm>
          <a:prstGeom prst="roundRect">
            <a:avLst>
              <a:gd name="adj" fmla="val 6354"/>
            </a:avLst>
          </a:prstGeom>
          <a:solidFill>
            <a:srgbClr val="EBEEF5"/>
          </a:solidFill>
          <a:ln w="9525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37176" y="1554480"/>
            <a:ext cx="1755648" cy="1007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/ </a:t>
            </a:r>
            <a:r>
              <a:rPr lang="en-US" sz="950" dirty="0" err="1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dropoff</a:t>
            </a:r>
            <a:r>
              <a:rPr lang="en-US" sz="95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datetime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84264" y="1554480"/>
            <a:ext cx="1755648" cy="1007364"/>
          </a:xfrm>
          <a:prstGeom prst="roundRect">
            <a:avLst>
              <a:gd name="adj" fmla="val 6354"/>
            </a:avLst>
          </a:prstGeom>
          <a:solidFill>
            <a:srgbClr val="EBEEF5"/>
          </a:solidFill>
          <a:ln w="9525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84264" y="1554480"/>
            <a:ext cx="1755648" cy="1007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distance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37176" y="2653284"/>
            <a:ext cx="1755648" cy="1007364"/>
          </a:xfrm>
          <a:prstGeom prst="roundRect">
            <a:avLst>
              <a:gd name="adj" fmla="val 6354"/>
            </a:avLst>
          </a:prstGeom>
          <a:solidFill>
            <a:srgbClr val="EBEEF5"/>
          </a:solidFill>
          <a:ln w="9525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37176" y="2653284"/>
            <a:ext cx="1755648" cy="1007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count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84264" y="2653284"/>
            <a:ext cx="1755648" cy="1007364"/>
          </a:xfrm>
          <a:prstGeom prst="roundRect">
            <a:avLst>
              <a:gd name="adj" fmla="val 6354"/>
            </a:avLst>
          </a:prstGeom>
          <a:solidFill>
            <a:srgbClr val="EBEEF5"/>
          </a:solidFill>
          <a:ln w="9525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84264" y="2653284"/>
            <a:ext cx="1755648" cy="1007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amount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37176" y="3752088"/>
            <a:ext cx="1755648" cy="1007364"/>
          </a:xfrm>
          <a:prstGeom prst="roundRect">
            <a:avLst>
              <a:gd name="adj" fmla="val 6354"/>
            </a:avLst>
          </a:prstGeom>
          <a:solidFill>
            <a:srgbClr val="EBEEF5"/>
          </a:solidFill>
          <a:ln w="9525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37176" y="3752088"/>
            <a:ext cx="1755648" cy="1007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month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84264" y="3752088"/>
            <a:ext cx="1755648" cy="1007364"/>
          </a:xfrm>
          <a:prstGeom prst="roundRect">
            <a:avLst>
              <a:gd name="adj" fmla="val 6354"/>
            </a:avLst>
          </a:prstGeom>
          <a:solidFill>
            <a:srgbClr val="EBEEF5"/>
          </a:solidFill>
          <a:ln w="9525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84264" y="3752088"/>
            <a:ext cx="1755648" cy="1007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/ dropoff zone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0E75C5-1176-B460-9645-1B9CA911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CD065F-010C-CCD9-5649-64912D34857B}"/>
              </a:ext>
            </a:extLst>
          </p:cNvPr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7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E3B1B3C-D782-1E42-F158-13F95E149249}"/>
              </a:ext>
            </a:extLst>
          </p:cNvPr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EFFACD8-C4C8-C32C-60C5-A7210C654220}"/>
              </a:ext>
            </a:extLst>
          </p:cNvPr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8C09464-6B1B-5A32-6303-5E6778987645}"/>
              </a:ext>
            </a:extLst>
          </p:cNvPr>
          <p:cNvSpPr/>
          <p:nvPr/>
        </p:nvSpPr>
        <p:spPr>
          <a:xfrm>
            <a:off x="1808153" y="1078992"/>
            <a:ext cx="2651760" cy="118872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7CF18D6-85D5-D869-86A9-7D86F440A239}"/>
              </a:ext>
            </a:extLst>
          </p:cNvPr>
          <p:cNvSpPr/>
          <p:nvPr/>
        </p:nvSpPr>
        <p:spPr>
          <a:xfrm>
            <a:off x="1945313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B2BDB48-3B18-022E-3088-802D46E9A7DC}"/>
              </a:ext>
            </a:extLst>
          </p:cNvPr>
          <p:cNvSpPr/>
          <p:nvPr/>
        </p:nvSpPr>
        <p:spPr>
          <a:xfrm>
            <a:off x="1945313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</a:t>
            </a:r>
            <a:endParaRPr lang="en-US" sz="11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45DF719-1A43-395B-DDEE-FFBEFBE8D302}"/>
              </a:ext>
            </a:extLst>
          </p:cNvPr>
          <p:cNvSpPr/>
          <p:nvPr/>
        </p:nvSpPr>
        <p:spPr>
          <a:xfrm>
            <a:off x="1963601" y="1499616"/>
            <a:ext cx="234086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amounts range from $0 to well over $20, with most tips between $0-$10</a:t>
            </a:r>
            <a:endParaRPr lang="en-US" sz="1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3347CBD-4616-1808-7685-7870FA40F553}"/>
              </a:ext>
            </a:extLst>
          </p:cNvPr>
          <p:cNvSpPr/>
          <p:nvPr/>
        </p:nvSpPr>
        <p:spPr>
          <a:xfrm>
            <a:off x="4934810" y="1078992"/>
            <a:ext cx="2651760" cy="118872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4255827-7A69-F4F4-E421-2635E2F45EA2}"/>
              </a:ext>
            </a:extLst>
          </p:cNvPr>
          <p:cNvSpPr/>
          <p:nvPr/>
        </p:nvSpPr>
        <p:spPr>
          <a:xfrm>
            <a:off x="5071970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301B689-F892-0417-1226-BEF5DDD5CBCA}"/>
              </a:ext>
            </a:extLst>
          </p:cNvPr>
          <p:cNvSpPr/>
          <p:nvPr/>
        </p:nvSpPr>
        <p:spPr>
          <a:xfrm>
            <a:off x="5071970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</a:t>
            </a:r>
            <a:endParaRPr lang="en-US" sz="11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48C91E4-3FC7-4C76-47DA-D28C2A7F4343}"/>
              </a:ext>
            </a:extLst>
          </p:cNvPr>
          <p:cNvSpPr/>
          <p:nvPr/>
        </p:nvSpPr>
        <p:spPr>
          <a:xfrm>
            <a:off x="5090258" y="1499616"/>
            <a:ext cx="234086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 of the slope shows for every $6 the fare increases, the tip increases $1</a:t>
            </a:r>
            <a:endParaRPr lang="en-US" sz="10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0BF30FA-CE6C-805F-BBE1-66E8DAC4F092}"/>
              </a:ext>
            </a:extLst>
          </p:cNvPr>
          <p:cNvSpPr/>
          <p:nvPr/>
        </p:nvSpPr>
        <p:spPr>
          <a:xfrm>
            <a:off x="502920" y="2359152"/>
            <a:ext cx="8138160" cy="2619756"/>
          </a:xfrm>
          <a:prstGeom prst="roundRect">
            <a:avLst>
              <a:gd name="adj" fmla="val 3690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1E03EE8-62C7-2545-FA45-E102E7787163}"/>
              </a:ext>
            </a:extLst>
          </p:cNvPr>
          <p:cNvSpPr/>
          <p:nvPr/>
        </p:nvSpPr>
        <p:spPr>
          <a:xfrm>
            <a:off x="502920" y="2359152"/>
            <a:ext cx="8138160" cy="2619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C8A4664-2001-BC5C-184B-D6C7D07B37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4869" y="2574168"/>
            <a:ext cx="4224267" cy="1877452"/>
          </a:xfrm>
          <a:prstGeom prst="roundRect">
            <a:avLst>
              <a:gd name="adj" fmla="val 7603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12B195-D055-F600-02B1-4BA3B89B2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864" y="2574168"/>
            <a:ext cx="4224267" cy="1877452"/>
          </a:xfrm>
          <a:prstGeom prst="roundRect">
            <a:avLst>
              <a:gd name="adj" fmla="val 7603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278778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Series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789023" y="1078992"/>
            <a:ext cx="2651760" cy="1175918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926183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926183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944471" y="1499616"/>
            <a:ext cx="2340864" cy="656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amount usually varies between $0-$4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32223" y="1078992"/>
            <a:ext cx="2651760" cy="1175918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69383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9383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87671" y="1499616"/>
            <a:ext cx="2340864" cy="656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Tipping behavior does not appear to vary by month or day of the week but rises with pickup times at midday.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346350"/>
            <a:ext cx="8138160" cy="2632558"/>
          </a:xfrm>
          <a:prstGeom prst="roundRect">
            <a:avLst>
              <a:gd name="adj" fmla="val 3690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2748686"/>
            <a:ext cx="8138160" cy="22302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4411311-059B-1C06-A75B-BF65DB020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3593" y="2328062"/>
            <a:ext cx="4743918" cy="2766775"/>
          </a:xfrm>
          <a:prstGeom prst="roundRect">
            <a:avLst>
              <a:gd name="adj" fmla="val 7603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8B7AD3-C4F1-9B3B-100E-B55729DB2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FCEBA0-708B-2AFD-B770-AE6A641BAB9A}"/>
              </a:ext>
            </a:extLst>
          </p:cNvPr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7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D4C05E-BA3A-0C03-6149-350380C17E7B}"/>
              </a:ext>
            </a:extLst>
          </p:cNvPr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Series Analysis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F053A9A-8CD4-1EAA-9B64-0300D9D1886A}"/>
              </a:ext>
            </a:extLst>
          </p:cNvPr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20B4A6D-A6B3-54D3-1BDB-73FF40767CA4}"/>
              </a:ext>
            </a:extLst>
          </p:cNvPr>
          <p:cNvSpPr/>
          <p:nvPr/>
        </p:nvSpPr>
        <p:spPr>
          <a:xfrm>
            <a:off x="1789023" y="1078992"/>
            <a:ext cx="2651760" cy="1175918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2D3E79F-3D62-8E9C-370B-50E05FECD25F}"/>
              </a:ext>
            </a:extLst>
          </p:cNvPr>
          <p:cNvSpPr/>
          <p:nvPr/>
        </p:nvSpPr>
        <p:spPr>
          <a:xfrm>
            <a:off x="1926183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D654E10-B9F6-4943-0CC0-2D7DB7D44421}"/>
              </a:ext>
            </a:extLst>
          </p:cNvPr>
          <p:cNvSpPr/>
          <p:nvPr/>
        </p:nvSpPr>
        <p:spPr>
          <a:xfrm>
            <a:off x="1926183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</a:t>
            </a:r>
            <a:endParaRPr lang="en-US" sz="11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FD20D6E-F100-2246-D9DE-1BE7B9644386}"/>
              </a:ext>
            </a:extLst>
          </p:cNvPr>
          <p:cNvSpPr/>
          <p:nvPr/>
        </p:nvSpPr>
        <p:spPr>
          <a:xfrm>
            <a:off x="1944471" y="1499616"/>
            <a:ext cx="2340864" cy="656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amount usually varies between $0-$4</a:t>
            </a:r>
            <a:endParaRPr lang="en-US" sz="1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51CDB7A-8EE0-4B35-E65F-47D2E293B198}"/>
              </a:ext>
            </a:extLst>
          </p:cNvPr>
          <p:cNvSpPr/>
          <p:nvPr/>
        </p:nvSpPr>
        <p:spPr>
          <a:xfrm>
            <a:off x="4532223" y="1078992"/>
            <a:ext cx="2651760" cy="1175918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05D657B-6FCB-29CA-BE93-6630F463987B}"/>
              </a:ext>
            </a:extLst>
          </p:cNvPr>
          <p:cNvSpPr/>
          <p:nvPr/>
        </p:nvSpPr>
        <p:spPr>
          <a:xfrm>
            <a:off x="4669383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6767670-27FA-F9E0-3735-64574AE489F4}"/>
              </a:ext>
            </a:extLst>
          </p:cNvPr>
          <p:cNvSpPr/>
          <p:nvPr/>
        </p:nvSpPr>
        <p:spPr>
          <a:xfrm>
            <a:off x="4669383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</a:t>
            </a:r>
            <a:endParaRPr lang="en-US" sz="11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9A9B605-AAEA-C612-29F9-696A93B41263}"/>
              </a:ext>
            </a:extLst>
          </p:cNvPr>
          <p:cNvSpPr/>
          <p:nvPr/>
        </p:nvSpPr>
        <p:spPr>
          <a:xfrm>
            <a:off x="4687671" y="1499616"/>
            <a:ext cx="2340864" cy="656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Tipping behavior does not appear to vary by month or day of the week but rises with pickup times at midday.</a:t>
            </a:r>
            <a:endParaRPr lang="en-US" sz="10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F1D71C0-238D-E1B7-0C88-540B89837874}"/>
              </a:ext>
            </a:extLst>
          </p:cNvPr>
          <p:cNvSpPr/>
          <p:nvPr/>
        </p:nvSpPr>
        <p:spPr>
          <a:xfrm>
            <a:off x="502920" y="2346350"/>
            <a:ext cx="8138160" cy="2632558"/>
          </a:xfrm>
          <a:prstGeom prst="roundRect">
            <a:avLst>
              <a:gd name="adj" fmla="val 3690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4E0CC22-AA01-71F3-92D0-9CE637FE5D76}"/>
              </a:ext>
            </a:extLst>
          </p:cNvPr>
          <p:cNvSpPr/>
          <p:nvPr/>
        </p:nvSpPr>
        <p:spPr>
          <a:xfrm>
            <a:off x="502920" y="2748686"/>
            <a:ext cx="8138160" cy="22302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9F8104D-6AA2-F7D4-84CC-3E22A00B6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291" y="2322550"/>
            <a:ext cx="4472983" cy="2608758"/>
          </a:xfrm>
          <a:prstGeom prst="roundRect">
            <a:avLst>
              <a:gd name="adj" fmla="val 7603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354533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00C220-45D1-CA5E-C770-35BDF211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EEB83F1-EFEE-2CC9-1ABB-A6D2051D6AE7}"/>
              </a:ext>
            </a:extLst>
          </p:cNvPr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7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A73A2EF-574A-9F3A-B421-6EE6FFDE2684}"/>
              </a:ext>
            </a:extLst>
          </p:cNvPr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Series Analysis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267D69-FD54-F1E3-B0D2-3BD461288B12}"/>
              </a:ext>
            </a:extLst>
          </p:cNvPr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A7DD7F3-D90F-751B-FE14-96965134CC04}"/>
              </a:ext>
            </a:extLst>
          </p:cNvPr>
          <p:cNvSpPr/>
          <p:nvPr/>
        </p:nvSpPr>
        <p:spPr>
          <a:xfrm>
            <a:off x="1789023" y="1078992"/>
            <a:ext cx="2651760" cy="1175918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345944B-6876-D069-D4DA-38AB7EE27B3F}"/>
              </a:ext>
            </a:extLst>
          </p:cNvPr>
          <p:cNvSpPr/>
          <p:nvPr/>
        </p:nvSpPr>
        <p:spPr>
          <a:xfrm>
            <a:off x="1926183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F7FE46A-2044-4F0D-7A02-4C111E60668D}"/>
              </a:ext>
            </a:extLst>
          </p:cNvPr>
          <p:cNvSpPr/>
          <p:nvPr/>
        </p:nvSpPr>
        <p:spPr>
          <a:xfrm>
            <a:off x="1926183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</a:t>
            </a:r>
            <a:endParaRPr lang="en-US" sz="11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BBD1568-A8F9-BED0-0F58-06B9FAF2F617}"/>
              </a:ext>
            </a:extLst>
          </p:cNvPr>
          <p:cNvSpPr/>
          <p:nvPr/>
        </p:nvSpPr>
        <p:spPr>
          <a:xfrm>
            <a:off x="1944471" y="1499616"/>
            <a:ext cx="2340864" cy="656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amount usually varies between $0-$4</a:t>
            </a:r>
            <a:endParaRPr lang="en-US" sz="1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E125E13-43F3-C472-C003-7C6B37F0CF49}"/>
              </a:ext>
            </a:extLst>
          </p:cNvPr>
          <p:cNvSpPr/>
          <p:nvPr/>
        </p:nvSpPr>
        <p:spPr>
          <a:xfrm>
            <a:off x="4532223" y="1078992"/>
            <a:ext cx="2651760" cy="1175918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1385099-0958-DF61-FBF6-0D9A81ABD5EB}"/>
              </a:ext>
            </a:extLst>
          </p:cNvPr>
          <p:cNvSpPr/>
          <p:nvPr/>
        </p:nvSpPr>
        <p:spPr>
          <a:xfrm>
            <a:off x="4669383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F3D9F7-2EBF-9830-C71E-894DFF84C69A}"/>
              </a:ext>
            </a:extLst>
          </p:cNvPr>
          <p:cNvSpPr/>
          <p:nvPr/>
        </p:nvSpPr>
        <p:spPr>
          <a:xfrm>
            <a:off x="4669383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</a:t>
            </a:r>
            <a:endParaRPr lang="en-US" sz="11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42405E0-E6FB-ADEA-B3DC-1F7FAF80588F}"/>
              </a:ext>
            </a:extLst>
          </p:cNvPr>
          <p:cNvSpPr/>
          <p:nvPr/>
        </p:nvSpPr>
        <p:spPr>
          <a:xfrm>
            <a:off x="4687671" y="1499616"/>
            <a:ext cx="2340864" cy="656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Tipping behavior does not appear to vary by month or day of the week but rises with pickup times at midday.</a:t>
            </a:r>
            <a:endParaRPr lang="en-US" sz="10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4387C7E-95A6-14C5-1555-DF5415CF1736}"/>
              </a:ext>
            </a:extLst>
          </p:cNvPr>
          <p:cNvSpPr/>
          <p:nvPr/>
        </p:nvSpPr>
        <p:spPr>
          <a:xfrm>
            <a:off x="502920" y="2346350"/>
            <a:ext cx="8138160" cy="2632558"/>
          </a:xfrm>
          <a:prstGeom prst="roundRect">
            <a:avLst>
              <a:gd name="adj" fmla="val 3690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FE67D02-96CD-97D4-1211-C8BD959FA076}"/>
              </a:ext>
            </a:extLst>
          </p:cNvPr>
          <p:cNvSpPr/>
          <p:nvPr/>
        </p:nvSpPr>
        <p:spPr>
          <a:xfrm>
            <a:off x="502920" y="2748686"/>
            <a:ext cx="8138160" cy="22302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00CFF70-B937-5B7F-7FF2-DD3A364D5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884" y="2284171"/>
            <a:ext cx="4597669" cy="2681478"/>
          </a:xfrm>
          <a:prstGeom prst="roundRect">
            <a:avLst>
              <a:gd name="adj" fmla="val 7603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44837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522918-FC9D-7D6A-24B4-288953EE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F1396CF-E2D4-CE51-64E7-CF3332BE699A}"/>
              </a:ext>
            </a:extLst>
          </p:cNvPr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7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9F94393-C282-0F49-D1EE-032F931A5ED6}"/>
              </a:ext>
            </a:extLst>
          </p:cNvPr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EB818B5-09C8-F13F-5216-910ABF0CEEF9}"/>
              </a:ext>
            </a:extLst>
          </p:cNvPr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B957C65-59C7-9A6C-2819-3F049A6154D7}"/>
              </a:ext>
            </a:extLst>
          </p:cNvPr>
          <p:cNvSpPr/>
          <p:nvPr/>
        </p:nvSpPr>
        <p:spPr>
          <a:xfrm>
            <a:off x="455450" y="1078992"/>
            <a:ext cx="2651760" cy="118872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929C262-A1FF-3E59-FF48-F426D7DCB404}"/>
              </a:ext>
            </a:extLst>
          </p:cNvPr>
          <p:cNvSpPr/>
          <p:nvPr/>
        </p:nvSpPr>
        <p:spPr>
          <a:xfrm>
            <a:off x="592610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C1E1A68-7453-6491-7CD9-3BCE0529F73E}"/>
              </a:ext>
            </a:extLst>
          </p:cNvPr>
          <p:cNvSpPr/>
          <p:nvPr/>
        </p:nvSpPr>
        <p:spPr>
          <a:xfrm>
            <a:off x="592610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#1</a:t>
            </a:r>
            <a:endParaRPr lang="en-US" sz="11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BAE09FF-2951-4F24-1960-98AD36F1C4A9}"/>
              </a:ext>
            </a:extLst>
          </p:cNvPr>
          <p:cNvSpPr/>
          <p:nvPr/>
        </p:nvSpPr>
        <p:spPr>
          <a:xfrm>
            <a:off x="610898" y="1499616"/>
            <a:ext cx="234086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Amount has a high correlation with tip amount, but may not be used as a predictor because it actually includes tip.</a:t>
            </a:r>
            <a:endParaRPr lang="en-US" sz="1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CC52E17-80CC-FD8E-BED4-9F2B7CDB34BF}"/>
              </a:ext>
            </a:extLst>
          </p:cNvPr>
          <p:cNvSpPr/>
          <p:nvPr/>
        </p:nvSpPr>
        <p:spPr>
          <a:xfrm>
            <a:off x="3226928" y="1078992"/>
            <a:ext cx="2651760" cy="118872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C6C83C9-5CD9-7036-D47D-11D2099164A8}"/>
              </a:ext>
            </a:extLst>
          </p:cNvPr>
          <p:cNvSpPr/>
          <p:nvPr/>
        </p:nvSpPr>
        <p:spPr>
          <a:xfrm>
            <a:off x="3364088" y="1170432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E8752FC-C101-0603-20B7-D1D714FF0027}"/>
              </a:ext>
            </a:extLst>
          </p:cNvPr>
          <p:cNvSpPr/>
          <p:nvPr/>
        </p:nvSpPr>
        <p:spPr>
          <a:xfrm>
            <a:off x="3364088" y="11704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#2</a:t>
            </a:r>
            <a:endParaRPr lang="en-US" sz="11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B9C15A5-E532-AAB0-AD34-42A4A19C3E5C}"/>
              </a:ext>
            </a:extLst>
          </p:cNvPr>
          <p:cNvSpPr/>
          <p:nvPr/>
        </p:nvSpPr>
        <p:spPr>
          <a:xfrm>
            <a:off x="3382376" y="1499616"/>
            <a:ext cx="234086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2</a:t>
            </a:r>
            <a:endParaRPr lang="en-US" sz="10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221450C-1CFA-355E-51F7-00562DA1ECA5}"/>
              </a:ext>
            </a:extLst>
          </p:cNvPr>
          <p:cNvSpPr/>
          <p:nvPr/>
        </p:nvSpPr>
        <p:spPr>
          <a:xfrm>
            <a:off x="502920" y="2359152"/>
            <a:ext cx="8138160" cy="2619756"/>
          </a:xfrm>
          <a:prstGeom prst="roundRect">
            <a:avLst>
              <a:gd name="adj" fmla="val 3690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E62C090-798C-7DBA-6696-598158B1027C}"/>
              </a:ext>
            </a:extLst>
          </p:cNvPr>
          <p:cNvSpPr/>
          <p:nvPr/>
        </p:nvSpPr>
        <p:spPr>
          <a:xfrm>
            <a:off x="502920" y="2359152"/>
            <a:ext cx="8138160" cy="2619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4A112A3-6718-AB65-E63F-10CD534D1A1D}"/>
              </a:ext>
            </a:extLst>
          </p:cNvPr>
          <p:cNvSpPr/>
          <p:nvPr/>
        </p:nvSpPr>
        <p:spPr>
          <a:xfrm>
            <a:off x="6009164" y="1072695"/>
            <a:ext cx="2651760" cy="118872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9F7C6865-F033-4045-2393-4FE8774B4DF9}"/>
              </a:ext>
            </a:extLst>
          </p:cNvPr>
          <p:cNvSpPr/>
          <p:nvPr/>
        </p:nvSpPr>
        <p:spPr>
          <a:xfrm>
            <a:off x="6146324" y="1164135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990EF082-8260-B8D6-B2C4-640B90D0031C}"/>
              </a:ext>
            </a:extLst>
          </p:cNvPr>
          <p:cNvSpPr/>
          <p:nvPr/>
        </p:nvSpPr>
        <p:spPr>
          <a:xfrm>
            <a:off x="6146324" y="1164135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#2</a:t>
            </a:r>
            <a:endParaRPr lang="en-US" sz="1150" dirty="0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94EFBAE3-27A1-6BD2-FAB0-1625D10A3C17}"/>
              </a:ext>
            </a:extLst>
          </p:cNvPr>
          <p:cNvSpPr/>
          <p:nvPr/>
        </p:nvSpPr>
        <p:spPr>
          <a:xfrm>
            <a:off x="6164612" y="1493319"/>
            <a:ext cx="234086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3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54572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Missing Values and Outliers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4005072" cy="2651943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1207008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Missing values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536192"/>
            <a:ext cx="3730752" cy="20301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01600" indent="-101600">
              <a:spcAft>
                <a:spcPts val="16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count was N/A for 22% of observations</a:t>
            </a:r>
            <a:endParaRPr lang="en-US" sz="1050" dirty="0"/>
          </a:p>
          <a:p>
            <a:pPr marL="101600" indent="-101600">
              <a:spcAft>
                <a:spcPts val="16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amounts and tip amounts had negative values</a:t>
            </a:r>
            <a:endParaRPr lang="en-US" sz="1050" dirty="0"/>
          </a:p>
          <a:p>
            <a:pPr marL="101600" indent="-101600">
              <a:spcAft>
                <a:spcPts val="1600"/>
              </a:spcAft>
              <a:buSzPct val="100000"/>
              <a:buChar char="•"/>
            </a:pPr>
            <a:endParaRPr lang="en-US" sz="1050" dirty="0"/>
          </a:p>
          <a:p>
            <a:pPr marL="101600" indent="-101600">
              <a:spcAft>
                <a:spcPts val="1600"/>
              </a:spcAft>
              <a:buSzPct val="100000"/>
              <a:buChar char="•"/>
            </a:pP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36008" y="1078992"/>
            <a:ext cx="4005072" cy="2651943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37176" y="1207008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Outlier handling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837176" y="1536192"/>
            <a:ext cx="3730752" cy="20301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01600" indent="-101600">
              <a:spcAft>
                <a:spcPts val="16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out observations: </a:t>
            </a:r>
          </a:p>
          <a:p>
            <a:pPr marL="558800" lvl="1" indent="-101600">
              <a:spcAft>
                <a:spcPts val="16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fares and tip amounts</a:t>
            </a:r>
          </a:p>
          <a:p>
            <a:pPr marL="558800" lvl="1" indent="-101600">
              <a:spcAft>
                <a:spcPts val="16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0-minute trips</a:t>
            </a:r>
            <a:endParaRPr lang="en-US" sz="1050" dirty="0"/>
          </a:p>
          <a:p>
            <a:pPr marL="101600" indent="-101600">
              <a:spcAft>
                <a:spcPts val="16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model training, we used </a:t>
            </a:r>
            <a:endParaRPr lang="en-US" sz="1050" dirty="0"/>
          </a:p>
          <a:p>
            <a:pPr marL="101600" indent="-101600">
              <a:spcAft>
                <a:spcPts val="16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how cleaning improved model reliability.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840663"/>
            <a:ext cx="2651760" cy="1138245"/>
          </a:xfrm>
          <a:prstGeom prst="roundRect">
            <a:avLst>
              <a:gd name="adj" fmla="val 6427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3913815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188135"/>
            <a:ext cx="2651760" cy="7359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246120" y="3840663"/>
            <a:ext cx="2651760" cy="1138245"/>
          </a:xfrm>
          <a:prstGeom prst="roundRect">
            <a:avLst>
              <a:gd name="adj" fmla="val 6427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46120" y="3913815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46120" y="4188135"/>
            <a:ext cx="2651760" cy="7359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989320" y="3840663"/>
            <a:ext cx="2651760" cy="1138245"/>
          </a:xfrm>
          <a:prstGeom prst="roundRect">
            <a:avLst>
              <a:gd name="adj" fmla="val 6427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89320" y="3913815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89320" y="4188135"/>
            <a:ext cx="2651760" cy="7359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+ MODELS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Building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4005072" cy="3899916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1207008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outline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04088" y="183394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18339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78992" y="1554480"/>
            <a:ext cx="3346704" cy="8332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and predictors were filtered to within the 1% - 99% quantile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04088" y="2667191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04088" y="2667191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8992" y="2387727"/>
            <a:ext cx="3346704" cy="8332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regression model was fit on the quadratic of fare amount, and “extra” fees.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4088" y="350043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04088" y="350043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8992" y="3220974"/>
            <a:ext cx="3346704" cy="8332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residual show a noticeable tail in the Q-Q plot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4088" y="4333685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4088" y="4333685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8992" y="4054221"/>
            <a:ext cx="3346704" cy="8332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model was chosen based on the lowest RMSE and MAE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36008" y="1078992"/>
            <a:ext cx="4005072" cy="3899916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37176" y="1207008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Models tested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37176" y="15544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without interaction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552944" y="155448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metric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37176" y="1865376"/>
            <a:ext cx="3584448" cy="16459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837176" y="1865376"/>
            <a:ext cx="1254557" cy="164592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37176" y="266547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with interaction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52944" y="266547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metric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37176" y="2976372"/>
            <a:ext cx="3584448" cy="16459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837176" y="2976372"/>
            <a:ext cx="2078980" cy="164592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37176" y="37764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552944" y="377647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metric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37176" y="4087368"/>
            <a:ext cx="3584448" cy="16459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837176" y="4087368"/>
            <a:ext cx="2939247" cy="164592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37176" y="4905756"/>
            <a:ext cx="37307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with your actual model names and metric values.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Performance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2651760" cy="1169975"/>
          </a:xfrm>
          <a:prstGeom prst="roundRect">
            <a:avLst>
              <a:gd name="adj" fmla="val 7034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12648" y="1170432"/>
            <a:ext cx="24323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4081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model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85800" y="1865376"/>
            <a:ext cx="2286000" cy="1280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901952"/>
            <a:ext cx="2468880" cy="273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final model selected.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078992"/>
            <a:ext cx="2651760" cy="1169975"/>
          </a:xfrm>
          <a:prstGeom prst="roundRect">
            <a:avLst>
              <a:gd name="adj" fmla="val 7034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55848" y="1170432"/>
            <a:ext cx="24323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metric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37560" y="14081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1.244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429000" y="1865376"/>
            <a:ext cx="2286000" cy="1280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37560" y="1901952"/>
            <a:ext cx="2468880" cy="273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9320" y="1078992"/>
            <a:ext cx="2651760" cy="1169975"/>
          </a:xfrm>
          <a:prstGeom prst="roundRect">
            <a:avLst>
              <a:gd name="adj" fmla="val 7034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99048" y="1170432"/>
            <a:ext cx="24323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80760" y="14081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±$1.24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172200" y="1865376"/>
            <a:ext cx="2286000" cy="1280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80760" y="1901952"/>
            <a:ext cx="2468880" cy="273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predicted tip is within $1.24.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2358695"/>
            <a:ext cx="8138160" cy="2620213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2450135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comparison table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2779319"/>
            <a:ext cx="7955280" cy="274320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" y="2779319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52344" y="2779319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37176" y="2779319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702552" y="2779319"/>
            <a:ext cx="1901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4360" y="3053639"/>
            <a:ext cx="7955280" cy="611276"/>
          </a:xfrm>
          <a:prstGeom prst="rect">
            <a:avLst/>
          </a:prstGeom>
          <a:solidFill>
            <a:srgbClr val="FFFFFF"/>
          </a:solidFill>
          <a:ln w="381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7512" y="3053639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52344" y="3053639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37176" y="3053639"/>
            <a:ext cx="1755648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02552" y="3053639"/>
            <a:ext cx="1901952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4360" y="3664915"/>
            <a:ext cx="7955280" cy="611276"/>
          </a:xfrm>
          <a:prstGeom prst="rect">
            <a:avLst/>
          </a:prstGeom>
          <a:solidFill>
            <a:srgbClr val="EBEEF5"/>
          </a:solidFill>
          <a:ln w="381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7512" y="3664915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752344" y="3664915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37176" y="3664915"/>
            <a:ext cx="1755648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02552" y="3664915"/>
            <a:ext cx="1901952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94360" y="4276192"/>
            <a:ext cx="7955280" cy="611276"/>
          </a:xfrm>
          <a:prstGeom prst="rect">
            <a:avLst/>
          </a:prstGeom>
          <a:solidFill>
            <a:srgbClr val="FFFFFF"/>
          </a:solidFill>
          <a:ln w="381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67512" y="4276192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752344" y="4276192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837176" y="4276192"/>
            <a:ext cx="1755648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702552" y="4276192"/>
            <a:ext cx="1901952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3674B5-C1E7-3996-DE6F-0A8E483FD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5C39AD-2D60-1A24-4528-57B3195DC884}"/>
              </a:ext>
            </a:extLst>
          </p:cNvPr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7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6218D1-FB38-B489-B13A-70183EB87348}"/>
              </a:ext>
            </a:extLst>
          </p:cNvPr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Limitations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270DC8F-02FC-823F-6AC2-1405C9DB00FC}"/>
              </a:ext>
            </a:extLst>
          </p:cNvPr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B130C32-69B5-5D9F-E78B-EB8679308598}"/>
              </a:ext>
            </a:extLst>
          </p:cNvPr>
          <p:cNvSpPr/>
          <p:nvPr/>
        </p:nvSpPr>
        <p:spPr>
          <a:xfrm>
            <a:off x="502920" y="1078992"/>
            <a:ext cx="2651760" cy="1169975"/>
          </a:xfrm>
          <a:prstGeom prst="roundRect">
            <a:avLst>
              <a:gd name="adj" fmla="val 7034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1311042-3AAC-62B9-FA23-33516F21F4A1}"/>
              </a:ext>
            </a:extLst>
          </p:cNvPr>
          <p:cNvSpPr/>
          <p:nvPr/>
        </p:nvSpPr>
        <p:spPr>
          <a:xfrm>
            <a:off x="612648" y="1170432"/>
            <a:ext cx="24323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Predictors</a:t>
            </a:r>
            <a:endParaRPr lang="en-US" sz="9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5B9968-AC1C-89FB-1251-3B1468983551}"/>
              </a:ext>
            </a:extLst>
          </p:cNvPr>
          <p:cNvSpPr/>
          <p:nvPr/>
        </p:nvSpPr>
        <p:spPr>
          <a:xfrm>
            <a:off x="594360" y="14081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9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7C23D82-B117-4C08-2A23-41220103172D}"/>
              </a:ext>
            </a:extLst>
          </p:cNvPr>
          <p:cNvSpPr/>
          <p:nvPr/>
        </p:nvSpPr>
        <p:spPr>
          <a:xfrm>
            <a:off x="685800" y="1865376"/>
            <a:ext cx="2286000" cy="1280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0B736DA-5CB2-CAA9-90EE-FCA012EE900F}"/>
              </a:ext>
            </a:extLst>
          </p:cNvPr>
          <p:cNvSpPr/>
          <p:nvPr/>
        </p:nvSpPr>
        <p:spPr>
          <a:xfrm>
            <a:off x="594360" y="1901952"/>
            <a:ext cx="2468880" cy="273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“extra”, “fare amount”</a:t>
            </a:r>
            <a:endParaRPr lang="en-US" sz="9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AD216C7-EB44-3981-F101-F2126AA3D6EC}"/>
              </a:ext>
            </a:extLst>
          </p:cNvPr>
          <p:cNvSpPr/>
          <p:nvPr/>
        </p:nvSpPr>
        <p:spPr>
          <a:xfrm>
            <a:off x="3246120" y="1078992"/>
            <a:ext cx="2651760" cy="1169975"/>
          </a:xfrm>
          <a:prstGeom prst="roundRect">
            <a:avLst>
              <a:gd name="adj" fmla="val 7034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6A71B32-1A4C-1927-66B7-563C7D618B5F}"/>
              </a:ext>
            </a:extLst>
          </p:cNvPr>
          <p:cNvSpPr/>
          <p:nvPr/>
        </p:nvSpPr>
        <p:spPr>
          <a:xfrm>
            <a:off x="3355848" y="1170432"/>
            <a:ext cx="24323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Response</a:t>
            </a:r>
            <a:endParaRPr lang="en-US" sz="9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B2D6D0D-5093-5012-EB9F-5C05C30E32C5}"/>
              </a:ext>
            </a:extLst>
          </p:cNvPr>
          <p:cNvSpPr/>
          <p:nvPr/>
        </p:nvSpPr>
        <p:spPr>
          <a:xfrm>
            <a:off x="3337560" y="14081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 ≠ $0</a:t>
            </a:r>
            <a:endParaRPr lang="en-US" sz="1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699083C-BEF2-FF31-28A8-C385B200831A}"/>
              </a:ext>
            </a:extLst>
          </p:cNvPr>
          <p:cNvSpPr/>
          <p:nvPr/>
        </p:nvSpPr>
        <p:spPr>
          <a:xfrm>
            <a:off x="3429000" y="1865376"/>
            <a:ext cx="2286000" cy="1280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CA0D3AC-6D58-63F5-8FE9-AE4489173F5E}"/>
              </a:ext>
            </a:extLst>
          </p:cNvPr>
          <p:cNvSpPr/>
          <p:nvPr/>
        </p:nvSpPr>
        <p:spPr>
          <a:xfrm>
            <a:off x="3337560" y="1901952"/>
            <a:ext cx="2468880" cy="273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dirty="0"/>
              <a:t>not driven by observable trip characteristics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C941D32-AC18-EBE9-7344-5F902D9665AB}"/>
              </a:ext>
            </a:extLst>
          </p:cNvPr>
          <p:cNvSpPr/>
          <p:nvPr/>
        </p:nvSpPr>
        <p:spPr>
          <a:xfrm>
            <a:off x="5989320" y="1078992"/>
            <a:ext cx="2651760" cy="1169975"/>
          </a:xfrm>
          <a:prstGeom prst="roundRect">
            <a:avLst>
              <a:gd name="adj" fmla="val 7034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837C70E-14FE-F405-2C46-5AF010D7890A}"/>
              </a:ext>
            </a:extLst>
          </p:cNvPr>
          <p:cNvSpPr/>
          <p:nvPr/>
        </p:nvSpPr>
        <p:spPr>
          <a:xfrm>
            <a:off x="6099048" y="1170432"/>
            <a:ext cx="24323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9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67AEBDE-4BE5-474B-30AB-A633FAB6EB5B}"/>
              </a:ext>
            </a:extLst>
          </p:cNvPr>
          <p:cNvSpPr/>
          <p:nvPr/>
        </p:nvSpPr>
        <p:spPr>
          <a:xfrm>
            <a:off x="6080760" y="14081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</a:t>
            </a:r>
            <a:endParaRPr lang="en-US" sz="19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0617E35-81B2-77CF-6B61-0CA6C935E012}"/>
              </a:ext>
            </a:extLst>
          </p:cNvPr>
          <p:cNvSpPr/>
          <p:nvPr/>
        </p:nvSpPr>
        <p:spPr>
          <a:xfrm>
            <a:off x="6172200" y="1865376"/>
            <a:ext cx="2286000" cy="12802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61DAE7C-287E-6C57-1536-81BD6AC31382}"/>
              </a:ext>
            </a:extLst>
          </p:cNvPr>
          <p:cNvSpPr/>
          <p:nvPr/>
        </p:nvSpPr>
        <p:spPr>
          <a:xfrm>
            <a:off x="6080760" y="1901952"/>
            <a:ext cx="2468880" cy="273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predicted tip is within 40% of the median.</a:t>
            </a:r>
            <a:endParaRPr lang="en-US" sz="9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2451F5E-1A4D-2ADA-2B39-FB7DC2724402}"/>
              </a:ext>
            </a:extLst>
          </p:cNvPr>
          <p:cNvSpPr/>
          <p:nvPr/>
        </p:nvSpPr>
        <p:spPr>
          <a:xfrm>
            <a:off x="502920" y="2358695"/>
            <a:ext cx="8138160" cy="2620213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11A206-C2B3-E9F6-8C5A-C8CC7C56F969}"/>
              </a:ext>
            </a:extLst>
          </p:cNvPr>
          <p:cNvSpPr/>
          <p:nvPr/>
        </p:nvSpPr>
        <p:spPr>
          <a:xfrm>
            <a:off x="685800" y="2450135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comparison table</a:t>
            </a:r>
            <a:endParaRPr lang="en-US" sz="12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3FA886C-B02F-0803-47F2-1F819A6A3CB8}"/>
              </a:ext>
            </a:extLst>
          </p:cNvPr>
          <p:cNvSpPr/>
          <p:nvPr/>
        </p:nvSpPr>
        <p:spPr>
          <a:xfrm>
            <a:off x="594360" y="2779319"/>
            <a:ext cx="7955280" cy="274320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2A4035-3F76-F2FE-5B9D-8D06A2648D38}"/>
              </a:ext>
            </a:extLst>
          </p:cNvPr>
          <p:cNvSpPr/>
          <p:nvPr/>
        </p:nvSpPr>
        <p:spPr>
          <a:xfrm>
            <a:off x="667512" y="2779319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3D7FD3F-B7E7-B89E-8CAF-836FCF0B39F6}"/>
              </a:ext>
            </a:extLst>
          </p:cNvPr>
          <p:cNvSpPr/>
          <p:nvPr/>
        </p:nvSpPr>
        <p:spPr>
          <a:xfrm>
            <a:off x="2752344" y="2779319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BE36877-5466-9404-AC36-C29AA6331F8F}"/>
              </a:ext>
            </a:extLst>
          </p:cNvPr>
          <p:cNvSpPr/>
          <p:nvPr/>
        </p:nvSpPr>
        <p:spPr>
          <a:xfrm>
            <a:off x="4837176" y="2779319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5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6B76E91-57E6-18E8-0537-B4D6EEAA29CB}"/>
              </a:ext>
            </a:extLst>
          </p:cNvPr>
          <p:cNvSpPr/>
          <p:nvPr/>
        </p:nvSpPr>
        <p:spPr>
          <a:xfrm>
            <a:off x="6702552" y="2779319"/>
            <a:ext cx="1901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95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1182A198-88DF-D118-4586-ADBBF0AE918C}"/>
              </a:ext>
            </a:extLst>
          </p:cNvPr>
          <p:cNvSpPr/>
          <p:nvPr/>
        </p:nvSpPr>
        <p:spPr>
          <a:xfrm>
            <a:off x="594360" y="3053639"/>
            <a:ext cx="7955280" cy="611276"/>
          </a:xfrm>
          <a:prstGeom prst="rect">
            <a:avLst/>
          </a:prstGeom>
          <a:solidFill>
            <a:srgbClr val="FFFFFF"/>
          </a:solidFill>
          <a:ln w="381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EF4F01A-5398-8FE1-41F8-95C72EDD9CFA}"/>
              </a:ext>
            </a:extLst>
          </p:cNvPr>
          <p:cNvSpPr/>
          <p:nvPr/>
        </p:nvSpPr>
        <p:spPr>
          <a:xfrm>
            <a:off x="667512" y="3053639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5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9E440940-FE3A-E9F2-548D-D2DF8BB2D00E}"/>
              </a:ext>
            </a:extLst>
          </p:cNvPr>
          <p:cNvSpPr/>
          <p:nvPr/>
        </p:nvSpPr>
        <p:spPr>
          <a:xfrm>
            <a:off x="2752344" y="3053639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BF4B9E4-7187-AE79-3C03-DCC2B22E8769}"/>
              </a:ext>
            </a:extLst>
          </p:cNvPr>
          <p:cNvSpPr/>
          <p:nvPr/>
        </p:nvSpPr>
        <p:spPr>
          <a:xfrm>
            <a:off x="4837176" y="3053639"/>
            <a:ext cx="1755648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F6A59305-54EA-B423-B147-0688B95EA787}"/>
              </a:ext>
            </a:extLst>
          </p:cNvPr>
          <p:cNvSpPr/>
          <p:nvPr/>
        </p:nvSpPr>
        <p:spPr>
          <a:xfrm>
            <a:off x="6702552" y="3053639"/>
            <a:ext cx="1901952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34F144F9-7D0F-AB35-7173-B3D49209CB68}"/>
              </a:ext>
            </a:extLst>
          </p:cNvPr>
          <p:cNvSpPr/>
          <p:nvPr/>
        </p:nvSpPr>
        <p:spPr>
          <a:xfrm>
            <a:off x="594360" y="3664915"/>
            <a:ext cx="7955280" cy="611276"/>
          </a:xfrm>
          <a:prstGeom prst="rect">
            <a:avLst/>
          </a:prstGeom>
          <a:solidFill>
            <a:srgbClr val="EBEEF5"/>
          </a:solidFill>
          <a:ln w="381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A31C263-6C96-2AC0-6F2C-CDEF55F5BD4F}"/>
              </a:ext>
            </a:extLst>
          </p:cNvPr>
          <p:cNvSpPr/>
          <p:nvPr/>
        </p:nvSpPr>
        <p:spPr>
          <a:xfrm>
            <a:off x="667512" y="3664915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95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97B221F-AC2F-8B21-AF7B-9B23C3C3D0D0}"/>
              </a:ext>
            </a:extLst>
          </p:cNvPr>
          <p:cNvSpPr/>
          <p:nvPr/>
        </p:nvSpPr>
        <p:spPr>
          <a:xfrm>
            <a:off x="2752344" y="3664915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BB639C31-605B-6190-2D4B-04A7EC3D09A6}"/>
              </a:ext>
            </a:extLst>
          </p:cNvPr>
          <p:cNvSpPr/>
          <p:nvPr/>
        </p:nvSpPr>
        <p:spPr>
          <a:xfrm>
            <a:off x="4837176" y="3664915"/>
            <a:ext cx="1755648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B23ACED-8623-8B18-B038-894AF71AAC9D}"/>
              </a:ext>
            </a:extLst>
          </p:cNvPr>
          <p:cNvSpPr/>
          <p:nvPr/>
        </p:nvSpPr>
        <p:spPr>
          <a:xfrm>
            <a:off x="6702552" y="3664915"/>
            <a:ext cx="1901952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15DB2E6-918B-D698-7905-EB264593785B}"/>
              </a:ext>
            </a:extLst>
          </p:cNvPr>
          <p:cNvSpPr/>
          <p:nvPr/>
        </p:nvSpPr>
        <p:spPr>
          <a:xfrm>
            <a:off x="594360" y="4276192"/>
            <a:ext cx="7955280" cy="611276"/>
          </a:xfrm>
          <a:prstGeom prst="rect">
            <a:avLst/>
          </a:prstGeom>
          <a:solidFill>
            <a:srgbClr val="FFFFFF"/>
          </a:solidFill>
          <a:ln w="381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2654AEC0-AA83-0DE6-FB91-6FBF861A84DC}"/>
              </a:ext>
            </a:extLst>
          </p:cNvPr>
          <p:cNvSpPr/>
          <p:nvPr/>
        </p:nvSpPr>
        <p:spPr>
          <a:xfrm>
            <a:off x="667512" y="4276192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FE409FAB-6450-6810-A1DB-79A46681D5B6}"/>
              </a:ext>
            </a:extLst>
          </p:cNvPr>
          <p:cNvSpPr/>
          <p:nvPr/>
        </p:nvSpPr>
        <p:spPr>
          <a:xfrm>
            <a:off x="2752344" y="4276192"/>
            <a:ext cx="1975104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1ABB5B1-D679-855A-95DF-6048E257D41B}"/>
              </a:ext>
            </a:extLst>
          </p:cNvPr>
          <p:cNvSpPr/>
          <p:nvPr/>
        </p:nvSpPr>
        <p:spPr>
          <a:xfrm>
            <a:off x="4837176" y="4276192"/>
            <a:ext cx="1755648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101FC66-625C-62B5-4300-8B73419A25B5}"/>
              </a:ext>
            </a:extLst>
          </p:cNvPr>
          <p:cNvSpPr/>
          <p:nvPr/>
        </p:nvSpPr>
        <p:spPr>
          <a:xfrm>
            <a:off x="6702552" y="4276192"/>
            <a:ext cx="1901952" cy="61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890729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RShiny App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4005072" cy="3899916"/>
          </a:xfrm>
          <a:prstGeom prst="roundRect">
            <a:avLst>
              <a:gd name="adj" fmla="val 2110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1207008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screenshot placeholder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517904"/>
            <a:ext cx="3730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space with a screenshot of the RShiny app home screen or prediction interface.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04088" y="2395728"/>
            <a:ext cx="1755648" cy="1209294"/>
          </a:xfrm>
          <a:prstGeom prst="roundRect">
            <a:avLst>
              <a:gd name="adj" fmla="val 529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088" y="2395728"/>
            <a:ext cx="1755648" cy="12092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controls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51176" y="2395728"/>
            <a:ext cx="1755648" cy="1209294"/>
          </a:xfrm>
          <a:prstGeom prst="roundRect">
            <a:avLst>
              <a:gd name="adj" fmla="val 529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51176" y="2395728"/>
            <a:ext cx="1755648" cy="12092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output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4088" y="3696462"/>
            <a:ext cx="1755648" cy="1209294"/>
          </a:xfrm>
          <a:prstGeom prst="roundRect">
            <a:avLst>
              <a:gd name="adj" fmla="val 529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4088" y="3696462"/>
            <a:ext cx="1755648" cy="12092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51176" y="3696462"/>
            <a:ext cx="1755648" cy="1209294"/>
          </a:xfrm>
          <a:prstGeom prst="roundRect">
            <a:avLst>
              <a:gd name="adj" fmla="val 529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51176" y="3696462"/>
            <a:ext cx="1755648" cy="12092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feedback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36008" y="1078992"/>
            <a:ext cx="4005072" cy="3899916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37176" y="1207008"/>
            <a:ext cx="3730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to explain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37176" y="1536192"/>
            <a:ext cx="3730752" cy="32964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01600" indent="-101600">
              <a:spcAft>
                <a:spcPts val="18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user can input</a:t>
            </a:r>
            <a:endParaRPr lang="en-US" sz="1050" dirty="0"/>
          </a:p>
          <a:p>
            <a:pPr marL="101600" indent="-101600">
              <a:spcAft>
                <a:spcPts val="18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app predicts or displays</a:t>
            </a:r>
            <a:endParaRPr lang="en-US" sz="1050" dirty="0"/>
          </a:p>
          <a:p>
            <a:pPr marL="101600" indent="-101600">
              <a:spcAft>
                <a:spcPts val="18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app makes the project more interactive</a:t>
            </a:r>
            <a:endParaRPr lang="en-US" sz="1050" dirty="0"/>
          </a:p>
          <a:p>
            <a:pPr marL="101600" indent="-101600">
              <a:spcAft>
                <a:spcPts val="1800"/>
              </a:spcAft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deployment matters beyond just training a model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8138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 Component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78408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2651760" cy="1637965"/>
          </a:xfrm>
          <a:prstGeom prst="roundRect">
            <a:avLst>
              <a:gd name="adj" fmla="val 5024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30936" y="1170432"/>
            <a:ext cx="2395728" cy="256032"/>
          </a:xfrm>
          <a:prstGeom prst="roundRect">
            <a:avLst>
              <a:gd name="adj" fmla="val 17857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30936" y="1170432"/>
            <a:ext cx="2395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9224" y="1499616"/>
            <a:ext cx="2359152" cy="10710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system retrieves final project </a:t>
            </a:r>
            <a:r>
              <a:rPr lang="en-US" sz="1000" dirty="0" err="1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Rmd</a:t>
            </a: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data dictionary, and a project FAQ.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078992"/>
            <a:ext cx="2651760" cy="1637965"/>
          </a:xfrm>
          <a:prstGeom prst="roundRect">
            <a:avLst>
              <a:gd name="adj" fmla="val 5024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74136" y="1170432"/>
            <a:ext cx="2395728" cy="256032"/>
          </a:xfrm>
          <a:prstGeom prst="roundRect">
            <a:avLst>
              <a:gd name="adj" fmla="val 17857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74136" y="1170432"/>
            <a:ext cx="2395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92424" y="1499616"/>
            <a:ext cx="2359152" cy="10710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the user asks and what kind of response the system produces.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1078992"/>
            <a:ext cx="2651760" cy="1637965"/>
          </a:xfrm>
          <a:prstGeom prst="roundRect">
            <a:avLst>
              <a:gd name="adj" fmla="val 5024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17336" y="1170432"/>
            <a:ext cx="2395728" cy="256032"/>
          </a:xfrm>
          <a:prstGeom prst="roundRect">
            <a:avLst>
              <a:gd name="adj" fmla="val 17857"/>
            </a:avLst>
          </a:prstGeom>
          <a:solidFill>
            <a:srgbClr val="EBEEF5"/>
          </a:solidFill>
          <a:ln w="635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17336" y="1170432"/>
            <a:ext cx="2395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35624" y="1499616"/>
            <a:ext cx="2359152" cy="10710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 how the RAG feature complements the prediction model rather than replacing it.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26685"/>
            <a:ext cx="8138160" cy="2152223"/>
          </a:xfrm>
          <a:prstGeom prst="roundRect">
            <a:avLst>
              <a:gd name="adj" fmla="val 3824"/>
            </a:avLst>
          </a:prstGeom>
          <a:solidFill>
            <a:srgbClr val="EBEEF5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5800" y="2918125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way to present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3229021"/>
            <a:ext cx="45720" cy="1676735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50392" y="3229021"/>
            <a:ext cx="7717536" cy="11066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added a retrieval-augmented generation component so users can ask natural-language questions about the project or results and receive answers grounded in project-specific information."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0392" y="4369201"/>
            <a:ext cx="7717536" cy="503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this wording to match your actual implementation.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2264D"/>
          </a:solidFill>
          <a:ln w="12700">
            <a:solidFill>
              <a:srgbClr val="122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668012"/>
            <a:ext cx="9144000" cy="475488"/>
          </a:xfrm>
          <a:prstGeom prst="rect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4668012"/>
            <a:ext cx="88879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Yellow Taxi Tip Prediction  ·  MSDS 6306 Doing Data Science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220" dirty="0">
                <a:solidFill>
                  <a:srgbClr val="1C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SLIDE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02920" y="1078992"/>
            <a:ext cx="8138160" cy="16459"/>
          </a:xfrm>
          <a:prstGeom prst="rect">
            <a:avLst/>
          </a:prstGeom>
          <a:solidFill>
            <a:srgbClr val="CFCDC8"/>
          </a:solidFill>
          <a:ln w="12700">
            <a:solidFill>
              <a:srgbClr val="CFCD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584198"/>
            <a:ext cx="265176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74879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041398"/>
            <a:ext cx="228600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main result from your project.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46120" y="1584198"/>
            <a:ext cx="265176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29000" y="174879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041398"/>
            <a:ext cx="228600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one realistic limitation of the data or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89320" y="1584198"/>
            <a:ext cx="265176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C2C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72200" y="174879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72200" y="2041398"/>
            <a:ext cx="228600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8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one improvement you would make in future work.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826764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26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422910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Isabella Westlauer  ·  Josh Samuel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1053</Words>
  <Application>Microsoft Office PowerPoint</Application>
  <PresentationFormat>On-screen Show (16:9)</PresentationFormat>
  <Paragraphs>232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Trebuchet MS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Yellow Taxi Tip Prediction</dc:title>
  <dc:subject>PptxGenJS Presentation</dc:subject>
  <dc:creator>PptxGenJS</dc:creator>
  <cp:lastModifiedBy>Westlauer, Isabella</cp:lastModifiedBy>
  <cp:revision>9</cp:revision>
  <dcterms:created xsi:type="dcterms:W3CDTF">2026-04-12T20:51:05Z</dcterms:created>
  <dcterms:modified xsi:type="dcterms:W3CDTF">2026-04-15T02:59:44Z</dcterms:modified>
</cp:coreProperties>
</file>